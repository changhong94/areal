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7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8.xml" ContentType="application/vnd.openxmlformats-officedocument.theme+xml"/>
  <Override PartName="/ppt/slideLayouts/slideLayout27.xml" ContentType="application/vnd.openxmlformats-officedocument.presentationml.slideLayout+xml"/>
  <Override PartName="/ppt/theme/theme9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10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11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54.xml" ContentType="application/vnd.openxmlformats-officedocument.presentationml.slideLayout+xml"/>
  <Override PartName="/ppt/theme/theme1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15.xml" ContentType="application/vnd.openxmlformats-officedocument.theme+xml"/>
  <Override PartName="/ppt/slideLayouts/slideLayout72.xml" ContentType="application/vnd.openxmlformats-officedocument.presentationml.slideLayout+xml"/>
  <Override PartName="/ppt/theme/theme1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17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18.xml" ContentType="application/vnd.openxmlformats-officedocument.theme+xml"/>
  <Override PartName="/ppt/slideLayouts/slideLayout80.xml" ContentType="application/vnd.openxmlformats-officedocument.presentationml.slideLayout+xml"/>
  <Override PartName="/ppt/theme/theme19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0.xml" ContentType="application/vnd.openxmlformats-officedocument.theme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  <p:sldMasterId id="2147483655" r:id="rId3"/>
    <p:sldMasterId id="2147483661" r:id="rId4"/>
    <p:sldMasterId id="2147483701" r:id="rId5"/>
    <p:sldMasterId id="2147483716" r:id="rId6"/>
    <p:sldMasterId id="2147483737" r:id="rId7"/>
    <p:sldMasterId id="2147483750" r:id="rId8"/>
    <p:sldMasterId id="2147483768" r:id="rId9"/>
    <p:sldMasterId id="2147483772" r:id="rId10"/>
    <p:sldMasterId id="2147483776" r:id="rId11"/>
    <p:sldMasterId id="2147483812" r:id="rId12"/>
    <p:sldMasterId id="2147483819" r:id="rId13"/>
    <p:sldMasterId id="2147483827" r:id="rId14"/>
    <p:sldMasterId id="2147483830" r:id="rId15"/>
    <p:sldMasterId id="2147483849" r:id="rId16"/>
    <p:sldMasterId id="2147483857" r:id="rId17"/>
    <p:sldMasterId id="2147483875" r:id="rId18"/>
    <p:sldMasterId id="2147483881" r:id="rId19"/>
    <p:sldMasterId id="2147483885" r:id="rId20"/>
    <p:sldMasterId id="2147483902" r:id="rId21"/>
  </p:sldMasterIdLst>
  <p:notesMasterIdLst>
    <p:notesMasterId r:id="rId42"/>
  </p:notesMasterIdLst>
  <p:handoutMasterIdLst>
    <p:handoutMasterId r:id="rId43"/>
  </p:handoutMasterIdLst>
  <p:sldIdLst>
    <p:sldId id="283" r:id="rId22"/>
    <p:sldId id="270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79E9457-ABF7-418B-AE36-8E04AA4184A7}">
          <p14:sldIdLst>
            <p14:sldId id="283"/>
            <p14:sldId id="270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pos="3705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pos="35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nshilin(Computing TMT PO)" initials="STP" lastIdx="1" clrIdx="0"/>
  <p:cmAuthor id="2" name="Fengyulin" initials="F" lastIdx="1" clrIdx="1"/>
  <p:cmAuthor id="3" name="zhanghuilan" initials="z" lastIdx="6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6DEFD"/>
    <a:srgbClr val="E4EEFE"/>
    <a:srgbClr val="E8E8E5"/>
    <a:srgbClr val="EFEFED"/>
    <a:srgbClr val="EFEEF2"/>
    <a:srgbClr val="4896D2"/>
    <a:srgbClr val="4996D3"/>
    <a:srgbClr val="4997D0"/>
    <a:srgbClr val="4897CF"/>
    <a:srgbClr val="499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48" autoAdjust="0"/>
    <p:restoredTop sz="95768" autoAdjust="0"/>
  </p:normalViewPr>
  <p:slideViewPr>
    <p:cSldViewPr snapToGrid="0" snapToObjects="1">
      <p:cViewPr varScale="1">
        <p:scale>
          <a:sx n="153" d="100"/>
          <a:sy n="153" d="100"/>
        </p:scale>
        <p:origin x="72" y="900"/>
      </p:cViewPr>
      <p:guideLst>
        <p:guide pos="3705"/>
        <p:guide orient="horz" pos="2160"/>
        <p:guide pos="35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5.xml"/><Relationship Id="rId39" Type="http://schemas.openxmlformats.org/officeDocument/2006/relationships/slide" Target="slides/slide18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1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3.xml"/><Relationship Id="rId32" Type="http://schemas.openxmlformats.org/officeDocument/2006/relationships/slide" Target="slides/slide11.xml"/><Relationship Id="rId37" Type="http://schemas.openxmlformats.org/officeDocument/2006/relationships/slide" Target="slides/slide16.xml"/><Relationship Id="rId40" Type="http://schemas.openxmlformats.org/officeDocument/2006/relationships/slide" Target="slides/slide19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openxmlformats.org/officeDocument/2006/relationships/slide" Target="slides/slide15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10.xml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slide" Target="slides/slide9.xml"/><Relationship Id="rId35" Type="http://schemas.openxmlformats.org/officeDocument/2006/relationships/slide" Target="slides/slide1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4.xml"/><Relationship Id="rId33" Type="http://schemas.openxmlformats.org/officeDocument/2006/relationships/slide" Target="slides/slide12.xml"/><Relationship Id="rId38" Type="http://schemas.openxmlformats.org/officeDocument/2006/relationships/slide" Target="slides/slide17.xml"/><Relationship Id="rId46" Type="http://schemas.openxmlformats.org/officeDocument/2006/relationships/viewProps" Target="viewProps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20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_rels/chart2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3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Fixed</c:v>
          </c:tx>
          <c:spPr>
            <a:solidFill>
              <a:srgbClr val="969696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</c:f>
              <c:strCache>
                <c:ptCount val="1"/>
                <c:pt idx="0">
                  <c:v>Independent-start pair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179.232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73-49F2-9585-F945D5F5A50B}"/>
            </c:ext>
          </c:extLst>
        </c:ser>
        <c:ser>
          <c:idx val="1"/>
          <c:order val="1"/>
          <c:tx>
            <c:v>Shared</c:v>
          </c:tx>
          <c:spPr>
            <a:solidFill>
              <a:srgbClr val="C00000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Data'!$C$2:$C$2</c:f>
              <c:strCache>
                <c:ptCount val="1"/>
                <c:pt idx="0">
                  <c:v>Independent-start pair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152.847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973-49F2-9585-F945D5F5A50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10"/>
          <c:min val="0"/>
        </c:scaling>
        <c:delete val="0"/>
        <c:axPos val="l"/>
        <c:majorGridlines>
          <c:spPr>
            <a:ln w="9525">
              <a:solidFill>
                <a:srgbClr val="BBBBB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latin typeface="Arial"/>
                    <a:ea typeface="Arial"/>
                    <a:cs typeface="Arial"/>
                  </a:rPr>
                  <a:t>Training-loop time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ChartSnapshot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Static 16</c:v>
          </c:tx>
          <c:spPr>
            <a:solidFill>
              <a:srgbClr val="969696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Pair 1</c:v>
                </c:pt>
                <c:pt idx="1">
                  <c:v>Pair 2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179.51</c:v>
                </c:pt>
                <c:pt idx="1">
                  <c:v>182.65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6E-4B56-8185-21E4C108EBBD}"/>
            </c:ext>
          </c:extLst>
        </c:ser>
        <c:ser>
          <c:idx val="1"/>
          <c:order val="1"/>
          <c:tx>
            <c:v>R025 capacity</c:v>
          </c:tx>
          <c:spPr>
            <a:solidFill>
              <a:srgbClr val="C00000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Pair 1</c:v>
                </c:pt>
                <c:pt idx="1">
                  <c:v>Pair 2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157.22</c:v>
                </c:pt>
                <c:pt idx="1">
                  <c:v>149.18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6E-4B56-8185-21E4C108EBB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20"/>
          <c:min val="0"/>
        </c:scaling>
        <c:delete val="0"/>
        <c:axPos val="l"/>
        <c:majorGridlines>
          <c:spPr>
            <a:ln w="9525">
              <a:solidFill>
                <a:srgbClr val="BBBBB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latin typeface="Arial"/>
                    <a:ea typeface="Arial"/>
                    <a:cs typeface="Arial"/>
                  </a:rPr>
                  <a:t>Training-loop time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ChartSnapshot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Fixed</c:v>
          </c:tx>
          <c:spPr>
            <a:solidFill>
              <a:srgbClr val="969696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Pair 1</c:v>
                </c:pt>
                <c:pt idx="1">
                  <c:v>Pair 2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88.489</c:v>
                </c:pt>
                <c:pt idx="1">
                  <c:v>83.062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24-4B11-A0C2-C21A97A3812E}"/>
            </c:ext>
          </c:extLst>
        </c:ser>
        <c:ser>
          <c:idx val="1"/>
          <c:order val="1"/>
          <c:tx>
            <c:v>Shared</c:v>
          </c:tx>
          <c:spPr>
            <a:solidFill>
              <a:srgbClr val="C00000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Pair 1</c:v>
                </c:pt>
                <c:pt idx="1">
                  <c:v>Pair 2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80.514</c:v>
                </c:pt>
                <c:pt idx="1">
                  <c:v>75.617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24-4B11-A0C2-C21A97A3812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5"/>
          <c:min val="0"/>
        </c:scaling>
        <c:delete val="0"/>
        <c:axPos val="l"/>
        <c:majorGridlines>
          <c:spPr>
            <a:ln w="9525">
              <a:solidFill>
                <a:srgbClr val="BBBBB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latin typeface="Arial"/>
                    <a:ea typeface="Arial"/>
                    <a:cs typeface="Arial"/>
                  </a:rPr>
                  <a:t>Training-loop time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ChartSnapshot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 mechanisms coordinate resource sharing, request admission and version publication. Internal research review, draft v0.2.</a:t>
            </a:r>
          </a:p>
          <a:p>
            <a:endParaRPr lang="en-US"/>
          </a:p>
          <a:p>
            <a:r>
              <a:rPr lang="en-US"/>
              <a:t>Sources on host 7.150.15.118:</a:t>
            </a:r>
          </a:p>
          <a:p>
            <a:r>
              <a:rPr lang="en-US"/>
              <a:t>/root/src/changhong94/AReaL/docs/research/npu-sharing/core-mechanisms.md</a:t>
            </a:r>
          </a:p>
          <a:p>
            <a:endParaRPr lang="en-US"/>
          </a:p>
          <a:p>
            <a:r>
              <a:rPr lang="en-US"/>
              <a:t>Evidence cutoff: 2026-10-21 America/Vancouver. Huawei visual template supplied by the user. Research conclusions unchanged from v0.2.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Optimize whole-loop time while preserving training semantics. More active devices alone do not establish a benefit.</a:t>
            </a:r>
          </a:p>
          <a:p>
            <a:endParaRPr lang="en-CA"/>
          </a:p>
          <a:p>
            <a:r>
              <a:rPr lang="en-CA"/>
              <a:t>Sources on host 7.150.15.118:</a:t>
            </a:r>
          </a:p>
          <a:p>
            <a:r>
              <a:rPr lang="en-CA"/>
              <a:t>/root/src/changhong94/AReaL/docs/research/npu-sharing/methodology.md</a:t>
            </a:r>
          </a:p>
          <a:p>
            <a:r>
              <a:rPr lang="en-CA"/>
              <a:t>/root/src/changhong94/AReaL/docs/research/npu-sharing/optimizations/R007-single-npu-and-borrowing.md</a:t>
            </a:r>
          </a:p>
          <a:p>
            <a:endParaRPr lang="en-CA"/>
          </a:p>
          <a:p>
            <a:r>
              <a:rPr lang="en-CA"/>
              <a:t>Evidence cutoff: 2026-10-21 America/Vancouver. Huawei visual template supplied by the user. Research conclusions unchanged from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378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M1 provides safe capacity. M2 assigns and admits useful work. M3 exposes replicas only after their own publication acknowledgement. R025 and R027 extend this architecture.</a:t>
            </a:r>
          </a:p>
          <a:p>
            <a:endParaRPr lang="en-CA"/>
          </a:p>
          <a:p>
            <a:r>
              <a:rPr lang="en-CA"/>
              <a:t>Sources on host 7.150.15.118:</a:t>
            </a:r>
          </a:p>
          <a:p>
            <a:r>
              <a:rPr lang="en-CA"/>
              <a:t>/root/src/changhong94/AReaL/docs/research/npu-sharing/core-mechanisms.md</a:t>
            </a:r>
          </a:p>
          <a:p>
            <a:r>
              <a:rPr lang="en-CA"/>
              <a:t>/root/src/changhong94/AReaL/docs/research/npu-sharing/optimizations/R025-adaptive-inference-concurrency.md</a:t>
            </a:r>
          </a:p>
          <a:p>
            <a:r>
              <a:rPr lang="en-CA"/>
              <a:t>/root/src/changhong94/AReaL/docs/research/npu-sharing/optimizations/R027-profit-aware-inference-return.md</a:t>
            </a:r>
          </a:p>
          <a:p>
            <a:endParaRPr lang="en-CA"/>
          </a:p>
          <a:p>
            <a:r>
              <a:rPr lang="en-CA"/>
              <a:t>Evidence cutoff: 2026-10-21 America/Vancouver. Huawei visual template supplied by the user. Research conclusions unchanged from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296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Device roles change while the training process group and optimizer ownership remain fixed.</a:t>
            </a:r>
          </a:p>
          <a:p>
            <a:endParaRPr lang="en-US"/>
          </a:p>
          <a:p>
            <a:r>
              <a:rPr lang="en-US"/>
              <a:t>Sources on host 7.150.15.118:</a:t>
            </a:r>
          </a:p>
          <a:p>
            <a:r>
              <a:rPr lang="en-US"/>
              <a:t>/root/src/changhong94/AReaL/docs/research/npu-sharing/optimizations/R007-single-npu-and-borrowing.md</a:t>
            </a:r>
          </a:p>
          <a:p>
            <a:endParaRPr lang="en-US"/>
          </a:p>
          <a:p>
            <a:r>
              <a:rPr lang="en-US"/>
              <a:t>Evidence cutoff: 2026-10-21 America/Vancouver. Huawei visual template supplied by the user. Research conclusions unchanged from v0.2.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09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Dynamic KV mapping, partial offload and prefetch retain useful state when physical memory allows. Budget checks remain mandatory.</a:t>
            </a:r>
          </a:p>
          <a:p>
            <a:endParaRPr lang="en-CA"/>
          </a:p>
          <a:p>
            <a:r>
              <a:rPr lang="en-CA"/>
              <a:t>Sources on host 7.150.15.118:</a:t>
            </a:r>
          </a:p>
          <a:p>
            <a:r>
              <a:rPr lang="en-CA"/>
              <a:t>/root/src/changhong94/AReaL/docs/research/npu-sharing/optimizations/R017-pressure-driven-partial-offload.md</a:t>
            </a:r>
          </a:p>
          <a:p>
            <a:r>
              <a:rPr lang="en-CA"/>
              <a:t>/root/src/changhong94/AReaL/docs/research/npu-sharing/optimizations/R006-dynamic-kv-pages.md</a:t>
            </a:r>
          </a:p>
          <a:p>
            <a:r>
              <a:rPr lang="en-CA"/>
              <a:t>/root/src/changhong94/AReaL/docs/research/npu-sharing/optimizations/R015-training-cache-parking-prefetch.md</a:t>
            </a:r>
          </a:p>
          <a:p>
            <a:endParaRPr lang="en-CA"/>
          </a:p>
          <a:p>
            <a:r>
              <a:rPr lang="en-CA"/>
              <a:t>Evidence cutoff: 2026-10-21 America/Vancouver. Huawei visual template supplied by the user. Research conclusions unchanged from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6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statistics from up to three completed batches. The next training step needs both complete answer groups and the training device.</a:t>
            </a:r>
          </a:p>
          <a:p>
            <a:endParaRPr lang="en-US"/>
          </a:p>
          <a:p>
            <a:r>
              <a:rPr lang="en-US"/>
              <a:t>Sources on host 7.150.15.118:</a:t>
            </a:r>
          </a:p>
          <a:p>
            <a:r>
              <a:rPr lang="en-US"/>
              <a:t>/root/src/changhong94/AReaL/docs/research/npu-sharing/optimizations/R004-adaptive-draining.md</a:t>
            </a:r>
          </a:p>
          <a:p>
            <a:r>
              <a:rPr lang="en-US"/>
              <a:t>/root/src/changhong94/AReaL/docs/research/npu-sharing/optimizations/R019-tail-estimation-and-sibling-ablation.md</a:t>
            </a:r>
          </a:p>
          <a:p>
            <a:endParaRPr lang="en-US"/>
          </a:p>
          <a:p>
            <a:r>
              <a:rPr lang="en-US"/>
              <a:t>Evidence cutoff: 2026-10-21 America/Vancouver. Huawei visual template supplied by the user. Research conclusions unchanged from v0.2.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77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R001 first considers queued work, then compatible running requests. Accepted exploration permits five requests per probe, two attempts and a two-second cumulative transaction admission budget. Positive-gain plans are separate.</a:t>
            </a:r>
          </a:p>
          <a:p>
            <a:endParaRPr lang="en-US"/>
          </a:p>
          <a:p>
            <a:r>
              <a:rPr lang="en-US"/>
              <a:t>Sources on host 7.150.15.118:</a:t>
            </a:r>
          </a:p>
          <a:p>
            <a:r>
              <a:rPr lang="en-US"/>
              <a:t>/root/src/changhong94/AReaL/docs/research/npu-sharing/optimizations/R001-runtime-request-rebalancing.md</a:t>
            </a:r>
          </a:p>
          <a:p>
            <a:r>
              <a:rPr lang="en-US"/>
              <a:t>/root/src/changhong94/AReaL/docs/research/npu-sharing/experiments/2026-10-19-r001-accepted-policy.md</a:t>
            </a:r>
          </a:p>
          <a:p>
            <a:endParaRPr lang="en-US"/>
          </a:p>
          <a:p>
            <a:r>
              <a:rPr lang="en-US"/>
              <a:t>Evidence cutoff: 2026-10-21 America/Vancouver. Huawei visual template supplied by the user. Research conclusions unchanged from v0.2.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15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Current target ceil(C × R / F), with equivalent compatible replicas. C is baseline question concurrency, R ready replicas, F dedicated replicas. TP ranks are not replicas.</a:t>
            </a:r>
          </a:p>
          <a:p>
            <a:endParaRPr lang="en-CA"/>
          </a:p>
          <a:p>
            <a:r>
              <a:rPr lang="en-CA"/>
              <a:t>Sources on host 7.150.15.118:</a:t>
            </a:r>
          </a:p>
          <a:p>
            <a:r>
              <a:rPr lang="en-CA"/>
              <a:t>/root/src/changhong94/AReaL/docs/research/npu-sharing/optimizations/R025-adaptive-inference-concurrency.md</a:t>
            </a:r>
          </a:p>
          <a:p>
            <a:endParaRPr lang="en-CA"/>
          </a:p>
          <a:p>
            <a:r>
              <a:rPr lang="en-CA"/>
              <a:t>Evidence cutoff: 2026-10-21 America/Vancouver. Huawei visual template supplied by the user. Research conclusions unchanged from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31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Decide at training completion using current batch readiness and recent measured transition costs. Missing evidence triggers calibration. Formal results primarily validate the next-batch-ready shortcut.</a:t>
            </a:r>
          </a:p>
          <a:p>
            <a:endParaRPr lang="en-US"/>
          </a:p>
          <a:p>
            <a:r>
              <a:rPr lang="en-US"/>
              <a:t>Sources on host 7.150.15.118:</a:t>
            </a:r>
          </a:p>
          <a:p>
            <a:r>
              <a:rPr lang="en-US"/>
              <a:t>/root/src/changhong94/AReaL/docs/research/npu-sharing/optimizations/R027-profit-aware-inference-return.md</a:t>
            </a:r>
          </a:p>
          <a:p>
            <a:r>
              <a:rPr lang="en-US"/>
              <a:t>/root/src/changhong94/AReaL/docs/research/npu-sharing/experiments/2026-10-21-r027-resident-training.md</a:t>
            </a:r>
          </a:p>
          <a:p>
            <a:endParaRPr lang="en-US"/>
          </a:p>
          <a:p>
            <a:r>
              <a:rPr lang="en-US"/>
              <a:t>Evidence cutoff: 2026-10-21 America/Vancouver. Huawei visual template supplied by the user. Research conclusions unchanged from v0.2.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182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Independent HCCL and snapshot readers remove unnecessary cross-branch waiting. Each branch must acknowledge before its admission opens. Actor mutation waits for active readers.</a:t>
            </a:r>
          </a:p>
          <a:p>
            <a:endParaRPr lang="en-CA"/>
          </a:p>
          <a:p>
            <a:r>
              <a:rPr lang="en-CA"/>
              <a:t>Sources on host 7.150.15.118:</a:t>
            </a:r>
          </a:p>
          <a:p>
            <a:r>
              <a:rPr lang="en-CA"/>
              <a:t>/root/src/changhong94/AReaL/docs/research/npu-sharing/optimizations/R009-independent-snapshot-reader.md</a:t>
            </a:r>
          </a:p>
          <a:p>
            <a:r>
              <a:rPr lang="en-CA"/>
              <a:t>/root/src/changhong94/AReaL/docs/research/npu-sharing/optimizations/R010-background-step-tail.md</a:t>
            </a:r>
          </a:p>
          <a:p>
            <a:endParaRPr lang="en-CA"/>
          </a:p>
          <a:p>
            <a:r>
              <a:rPr lang="en-CA"/>
              <a:t>Evidence cutoff: 2026-10-21 America/Vancouver. Huawei visual template supplied by the user. Research conclusions unchanged from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32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Ownership, version consistency and rank-local budgets take priority over load balancing. Paused same-version TP1 and TP2 probes preserve 256 deterministic tokens and exact logged probabilities.</a:t>
            </a:r>
          </a:p>
          <a:p>
            <a:endParaRPr lang="en-CA"/>
          </a:p>
          <a:p>
            <a:r>
              <a:rPr lang="en-CA"/>
              <a:t>Sources on host 7.150.15.118:</a:t>
            </a:r>
          </a:p>
          <a:p>
            <a:r>
              <a:rPr lang="en-CA"/>
              <a:t>/root/src/changhong94/AReaL/docs/research/npu-sharing/optimizations/R027-profit-aware-inference-return.md</a:t>
            </a:r>
          </a:p>
          <a:p>
            <a:r>
              <a:rPr lang="en-CA"/>
              <a:t>/root/src/changhong94/AReaL/docs/research/npu-sharing/optimizations/R001-runtime-request-rebalancing.md</a:t>
            </a:r>
          </a:p>
          <a:p>
            <a:endParaRPr lang="en-CA"/>
          </a:p>
          <a:p>
            <a:r>
              <a:rPr lang="en-CA"/>
              <a:t>Evidence cutoff: 2026-10-21 America/Vancouver. Huawei visual template supplied by the user. Research conclusions unchanged from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27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Reused engines accelerate exploration but can change runtime state. Formal comparisons initialize each arm independently. Source, workload and observation switches must match.</a:t>
            </a:r>
          </a:p>
          <a:p>
            <a:endParaRPr lang="en-CA"/>
          </a:p>
          <a:p>
            <a:r>
              <a:rPr lang="en-CA"/>
              <a:t>Sources on host 7.150.15.118:</a:t>
            </a:r>
          </a:p>
          <a:p>
            <a:r>
              <a:rPr lang="en-CA"/>
              <a:t>/root/src/changhong94/AReaL/docs/research/npu-sharing/methodology.md</a:t>
            </a:r>
          </a:p>
          <a:p>
            <a:r>
              <a:rPr lang="en-CA"/>
              <a:t>/root/src/changhong94/AReaL/docs/research/npu-sharing/optimizations/R023-observability-and-reproducibility.md</a:t>
            </a:r>
          </a:p>
          <a:p>
            <a:endParaRPr lang="en-CA"/>
          </a:p>
          <a:p>
            <a:r>
              <a:rPr lang="en-CA"/>
              <a:t>Evidence cutoff: 2026-10-21 America/Vancouver. Huawei visual template supplied by the user. Research conclusions unchanged from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14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Independent-start comparison on 2026-10-19: fixed 179.232 s, shared 152.847 s, 576 answers per arm, 137098/138424 tokens, ten confirmed imports. This is a historical configuration, not the current graph result or an isolated R001 ablation.</a:t>
            </a:r>
          </a:p>
          <a:p>
            <a:endParaRPr lang="en-US"/>
          </a:p>
          <a:p>
            <a:r>
              <a:rPr lang="en-US"/>
              <a:t>Sources on host 7.150.15.118:</a:t>
            </a:r>
          </a:p>
          <a:p>
            <a:r>
              <a:rPr lang="en-US"/>
              <a:t>/root/src/changhong94/AReaL/docs/research/npu-sharing/experiments/2026-10-19-r001-accepted-policy.md</a:t>
            </a:r>
          </a:p>
          <a:p>
            <a:r>
              <a:rPr lang="en-US"/>
              <a:t>/root/src/changhong94/AReaL/docs/research/npu-sharing/experiments/evidence/r001-moderated-20261019/accepted.json</a:t>
            </a:r>
          </a:p>
          <a:p>
            <a:endParaRPr lang="en-US"/>
          </a:p>
          <a:p>
            <a:r>
              <a:rPr lang="en-US"/>
              <a:t>Evidence cutoff: 2026-10-21 America/Vancouver. Huawei visual template supplied by the user. Research conclusions unchanged from v0.2.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77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Static-16 shared loops averaged 181.08s, capacity policy 153.20s, a 15.40% reduction. Two reused-engine trials per mode. Tokens fell 1.72%. Static32 and independent-start controls remain pending.</a:t>
            </a:r>
          </a:p>
          <a:p>
            <a:endParaRPr lang="en-US"/>
          </a:p>
          <a:p>
            <a:r>
              <a:rPr lang="en-US"/>
              <a:t>Sources on host 7.150.15.118:</a:t>
            </a:r>
          </a:p>
          <a:p>
            <a:r>
              <a:rPr lang="en-US"/>
              <a:t>/root/src/changhong94/AReaL/docs/research/npu-sharing/experiments/2026-10-20-r025-capacity-admission.md</a:t>
            </a:r>
          </a:p>
          <a:p>
            <a:endParaRPr lang="en-US"/>
          </a:p>
          <a:p>
            <a:r>
              <a:rPr lang="en-US"/>
              <a:t>Evidence cutoff: 2026-10-21 America/Vancouver. Huawei visual template supplied by the user. Research conclusions unchanged from v0.2.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79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Two independent-start FSDP comparisons with full inference graphs and eager training. 96 questions, six answers, batch size16, concurrency16, six batches, offpolicy2. Savings9.01% and8.96%, aggregate8.99%. These validate the combined shared configuration.</a:t>
            </a:r>
          </a:p>
          <a:p>
            <a:endParaRPr lang="en-CA"/>
          </a:p>
          <a:p>
            <a:r>
              <a:rPr lang="en-CA"/>
              <a:t>Sources on host 7.150.15.118:</a:t>
            </a:r>
          </a:p>
          <a:p>
            <a:r>
              <a:rPr lang="en-CA"/>
              <a:t>/root/src/changhong94/AReaL/docs/research/npu-sharing/experiments/2026-10-21-r027-resident-training.md</a:t>
            </a:r>
          </a:p>
          <a:p>
            <a:r>
              <a:rPr lang="en-CA"/>
              <a:t>/root/src/changhong94/AReaL/docs/research/npu-sharing/experiments/2026-10-21-r027-formal.json</a:t>
            </a:r>
          </a:p>
          <a:p>
            <a:r>
              <a:rPr lang="en-CA"/>
              <a:t>/root/src/changhong94/AReaL/docs/research/npu-sharing/experiments/2026-10-21-r027-formal-repeat.json</a:t>
            </a:r>
          </a:p>
          <a:p>
            <a:endParaRPr lang="en-CA"/>
          </a:p>
          <a:p>
            <a:r>
              <a:rPr lang="en-CA"/>
              <a:t>Evidence cutoff: 2026-10-21 America/Vancouver. Huawei visual template supplied by the user. Research conclusions unchanged from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263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Graph-mode support is validated for the recorded two-NPU FSDP workload. Equal-TP multi-peer transport probes establish functional correctness, not scaling benefit. Today’s Megatron R027 publication fix passed30 CPU tests and awaits NPU confirmation.</a:t>
            </a:r>
          </a:p>
          <a:p>
            <a:endParaRPr lang="en-CA"/>
          </a:p>
          <a:p>
            <a:r>
              <a:rPr lang="en-CA"/>
              <a:t>Sources on host 7.150.15.118:</a:t>
            </a:r>
          </a:p>
          <a:p>
            <a:r>
              <a:rPr lang="en-CA"/>
              <a:t>/root/src/changhong94/AReaL/docs/research/npu-sharing/experiments/2026-10-21-r027-resident-training.md</a:t>
            </a:r>
          </a:p>
          <a:p>
            <a:r>
              <a:rPr lang="en-CA"/>
              <a:t>/root/src/changhong94/AReaL/docs/research/npu-sharing/experiments/2026-10-19-r001-tp2-megatron.md</a:t>
            </a:r>
          </a:p>
          <a:p>
            <a:r>
              <a:rPr lang="en-CA"/>
              <a:t>/root/src/changhong94/AReaL/docs/research/npu-sharing/optimizations/R001-runtime-request-rebalancing.md</a:t>
            </a:r>
          </a:p>
          <a:p>
            <a:endParaRPr lang="en-CA"/>
          </a:p>
          <a:p>
            <a:r>
              <a:rPr lang="en-CA"/>
              <a:t>Evidence cutoff: 2026-10-21 America/Vancouver. Huawei visual template supplied by the user. Research conclusions unchanged from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9832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Retain removed sibling scaling, non-triggering gates, memory overhead and context-dependent TP results. Graph Qwen2-7B screening improved TP2 completion15.21–28.57%, but cross-TP live migration is unimplemented.</a:t>
            </a:r>
          </a:p>
          <a:p>
            <a:endParaRPr lang="en-CA"/>
          </a:p>
          <a:p>
            <a:r>
              <a:rPr lang="en-CA"/>
              <a:t>Sources on host 7.150.15.118:</a:t>
            </a:r>
          </a:p>
          <a:p>
            <a:r>
              <a:rPr lang="en-CA"/>
              <a:t>/root/src/changhong94/AReaL/docs/research/npu-sharing/optimizations/R019-tail-estimation-and-sibling-ablation.md</a:t>
            </a:r>
          </a:p>
          <a:p>
            <a:r>
              <a:rPr lang="en-CA"/>
              <a:t>/root/src/changhong94/AReaL/docs/research/npu-sharing/optimizations/R020-tp-tail-negative-result.md</a:t>
            </a:r>
          </a:p>
          <a:p>
            <a:r>
              <a:rPr lang="en-CA"/>
              <a:t>/root/src/changhong94/AReaL/docs/research/npu-sharing/experiments/2026-10-20-r026-qwen2-7b-graph-tp-screen.md</a:t>
            </a:r>
          </a:p>
          <a:p>
            <a:r>
              <a:rPr lang="en-CA"/>
              <a:t>/root/src/changhong94/AReaL/docs/research/npu-sharing/experiments/2026-10-21-r027-resident-training.md</a:t>
            </a:r>
          </a:p>
          <a:p>
            <a:endParaRPr lang="en-CA"/>
          </a:p>
          <a:p>
            <a:r>
              <a:rPr lang="en-CA"/>
              <a:t>Evidence cutoff: 2026-10-21 America/Vancouver. Huawei visual template supplied by the user. Research conclusions unchanged from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989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The strongest current claim is whole-system improvement on recorded workloads. Next work isolates the three mechanisms, tests stronger baselines and quality, and extends support carefully.</a:t>
            </a:r>
          </a:p>
          <a:p>
            <a:endParaRPr lang="en-CA"/>
          </a:p>
          <a:p>
            <a:r>
              <a:rPr lang="en-CA"/>
              <a:t>Sources on host 7.150.15.118:</a:t>
            </a:r>
          </a:p>
          <a:p>
            <a:r>
              <a:rPr lang="en-CA"/>
              <a:t>/root/src/changhong94/AReaL/docs/research/npu-sharing/roadmap.md</a:t>
            </a:r>
          </a:p>
          <a:p>
            <a:r>
              <a:rPr lang="en-CA"/>
              <a:t>/root/src/changhong94/AReaL/docs/research/npu-sharing/methodology.md</a:t>
            </a:r>
          </a:p>
          <a:p>
            <a:r>
              <a:rPr lang="en-CA"/>
              <a:t>/root/src/changhong94/AReaL/docs/research/npu-sharing/optimizations/R026-tail-acceleration-via-tp-migration.md</a:t>
            </a:r>
          </a:p>
          <a:p>
            <a:r>
              <a:rPr lang="en-CA"/>
              <a:t>/root/src/changhong94/AReaL/docs/research/npu-sharing/optimizations/R028-multinode-training-inference-sharing.md</a:t>
            </a:r>
          </a:p>
          <a:p>
            <a:endParaRPr lang="en-CA"/>
          </a:p>
          <a:p>
            <a:r>
              <a:rPr lang="en-CA"/>
              <a:t>Evidence cutoff: 2026-10-21 America/Vancouver. Huawei visual template supplied by the user. Research conclusions unchanged from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442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Current defaults differ from the16×6 evidence workload. Coverage varies batch sizes16/32/64 and answer counts4/8/16.</a:t>
            </a:r>
          </a:p>
          <a:p>
            <a:endParaRPr lang="en-CA"/>
          </a:p>
          <a:p>
            <a:r>
              <a:rPr lang="en-CA"/>
              <a:t>Sources on host 7.150.15.118:</a:t>
            </a:r>
          </a:p>
          <a:p>
            <a:r>
              <a:rPr lang="en-CA"/>
              <a:t>/root/src/changhong94/AReaL/docs/research/npu-sharing/../../../benchmark/npu_share/README.md</a:t>
            </a:r>
          </a:p>
          <a:p>
            <a:r>
              <a:rPr lang="en-CA"/>
              <a:t>/root/src/changhong94/AReaL/docs/research/npu-sharing/../../../benchmark/npu_share/COVERAGE_PLAN.md</a:t>
            </a:r>
          </a:p>
          <a:p>
            <a:endParaRPr lang="en-CA"/>
          </a:p>
          <a:p>
            <a:r>
              <a:rPr lang="en-CA"/>
              <a:t>Evidence cutoff: 2026-10-21 America/Vancouver. Huawei visual template supplied by the user. Research conclusions unchanged from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714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Research sources live under docs/research/npu-sharing. The deck records updated status without overwriting historical findings.</a:t>
            </a:r>
          </a:p>
          <a:p>
            <a:endParaRPr lang="en-US"/>
          </a:p>
          <a:p>
            <a:r>
              <a:rPr lang="en-US"/>
              <a:t>Sources on host 7.150.15.118:</a:t>
            </a:r>
          </a:p>
          <a:p>
            <a:r>
              <a:rPr lang="en-US"/>
              <a:t>/root/src/changhong94/AReaL/docs/research/npu-sharing/report/README.md</a:t>
            </a:r>
          </a:p>
          <a:p>
            <a:endParaRPr lang="en-US"/>
          </a:p>
          <a:p>
            <a:r>
              <a:rPr lang="en-US"/>
              <a:t>Evidence cutoff: 2026-10-21 America/Vancouver. Huawei visual template supplied by the user. Research conclusions unchanged from v0.2.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80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1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灯片编号占位符 2"/>
          <p:cNvSpPr txBox="1"/>
          <p:nvPr userDrawn="1"/>
        </p:nvSpPr>
        <p:spPr>
          <a:xfrm>
            <a:off x="11391654" y="6544200"/>
            <a:ext cx="457323" cy="234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348389" y="1311864"/>
            <a:ext cx="5380951" cy="5035257"/>
          </a:xfrm>
          <a:prstGeom prst="rect">
            <a:avLst/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gradFill flip="none" rotWithShape="1">
              <a:gsLst>
                <a:gs pos="0">
                  <a:srgbClr val="666666">
                    <a:lumMod val="60000"/>
                    <a:lumOff val="40000"/>
                    <a:alpha val="80000"/>
                  </a:srgbClr>
                </a:gs>
                <a:gs pos="100000">
                  <a:srgbClr val="666666">
                    <a:lumMod val="60000"/>
                    <a:lumOff val="40000"/>
                    <a:alpha val="40000"/>
                  </a:srgbClr>
                </a:gs>
              </a:gsLst>
              <a:lin ang="0" scaled="0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72000" tIns="72000" rIns="72000" bIns="72000" anchor="t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1" i="0" u="none" strike="noStrike" kern="1200" spc="0" baseline="0">
                <a:solidFill>
                  <a:srgbClr val="1D1D1A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DDDDD">
                    <a:lumMod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注释</a:t>
            </a:r>
          </a:p>
        </p:txBody>
      </p:sp>
      <p:sp>
        <p:nvSpPr>
          <p:cNvPr id="6" name="梯形 5"/>
          <p:cNvSpPr/>
          <p:nvPr userDrawn="1"/>
        </p:nvSpPr>
        <p:spPr>
          <a:xfrm>
            <a:off x="347187" y="1006078"/>
            <a:ext cx="5380951" cy="305786"/>
          </a:xfrm>
          <a:prstGeom prst="trapezoid">
            <a:avLst>
              <a:gd name="adj" fmla="val 172380"/>
            </a:avLst>
          </a:prstGeom>
          <a:gradFill>
            <a:gsLst>
              <a:gs pos="100000">
                <a:srgbClr val="A3A3A3">
                  <a:alpha val="20000"/>
                </a:srgbClr>
              </a:gs>
              <a:gs pos="0">
                <a:srgbClr val="F2F2F2">
                  <a:alpha val="0"/>
                </a:srgbClr>
              </a:gs>
            </a:gsLst>
            <a:lin ang="5400000" scaled="0"/>
          </a:gradFill>
          <a:ln w="3175">
            <a:gradFill>
              <a:gsLst>
                <a:gs pos="100000">
                  <a:srgbClr val="666666">
                    <a:lumMod val="60000"/>
                    <a:lumOff val="40000"/>
                    <a:alpha val="30000"/>
                  </a:srgbClr>
                </a:gs>
                <a:gs pos="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0"/>
            </a:gradFill>
          </a:ln>
        </p:spPr>
        <p:txBody>
          <a:bodyPr vert="horz" wrap="square" lIns="91404" tIns="45702" rIns="91404" bIns="45702" numCol="1" anchor="ctr" anchorCtr="0" compatLnSpc="1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7000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子标题</a:t>
            </a: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2239227" y="1311864"/>
            <a:ext cx="1599273" cy="0"/>
          </a:xfrm>
          <a:prstGeom prst="line">
            <a:avLst/>
          </a:prstGeom>
          <a:noFill/>
          <a:ln w="19050" cap="flat" cmpd="sng" algn="ctr">
            <a:solidFill>
              <a:srgbClr val="C7000B"/>
            </a:solidFill>
            <a:prstDash val="solid"/>
            <a:miter lim="800000"/>
          </a:ln>
          <a:effectLst/>
        </p:spPr>
      </p:cxnSp>
      <p:grpSp>
        <p:nvGrpSpPr>
          <p:cNvPr id="8" name="组合 7"/>
          <p:cNvGrpSpPr/>
          <p:nvPr userDrawn="1"/>
        </p:nvGrpSpPr>
        <p:grpSpPr>
          <a:xfrm>
            <a:off x="5983115" y="2199875"/>
            <a:ext cx="232337" cy="3662779"/>
            <a:chOff x="4245146" y="1593732"/>
            <a:chExt cx="232337" cy="3662779"/>
          </a:xfrm>
        </p:grpSpPr>
        <p:grpSp>
          <p:nvGrpSpPr>
            <p:cNvPr id="9" name="组合 8"/>
            <p:cNvGrpSpPr/>
            <p:nvPr/>
          </p:nvGrpSpPr>
          <p:grpSpPr>
            <a:xfrm>
              <a:off x="4278297" y="1593732"/>
              <a:ext cx="199186" cy="397169"/>
              <a:chOff x="5699049" y="5346699"/>
              <a:chExt cx="280148" cy="397324"/>
            </a:xfrm>
          </p:grpSpPr>
          <p:sp>
            <p:nvSpPr>
              <p:cNvPr id="16" name="梯形 15"/>
              <p:cNvSpPr/>
              <p:nvPr/>
            </p:nvSpPr>
            <p:spPr>
              <a:xfrm rot="16200000" flipH="1" flipV="1">
                <a:off x="5680903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  <p:sp>
            <p:nvSpPr>
              <p:cNvPr id="17" name="梯形 16"/>
              <p:cNvSpPr/>
              <p:nvPr/>
            </p:nvSpPr>
            <p:spPr>
              <a:xfrm rot="16200000" flipH="1" flipV="1">
                <a:off x="5600019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245146" y="3157495"/>
              <a:ext cx="199186" cy="397169"/>
              <a:chOff x="5699049" y="5346699"/>
              <a:chExt cx="280148" cy="397324"/>
            </a:xfrm>
          </p:grpSpPr>
          <p:sp>
            <p:nvSpPr>
              <p:cNvPr id="14" name="梯形 13"/>
              <p:cNvSpPr/>
              <p:nvPr/>
            </p:nvSpPr>
            <p:spPr>
              <a:xfrm rot="16200000" flipH="1" flipV="1">
                <a:off x="5680903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  <p:sp>
            <p:nvSpPr>
              <p:cNvPr id="15" name="梯形 14"/>
              <p:cNvSpPr/>
              <p:nvPr/>
            </p:nvSpPr>
            <p:spPr>
              <a:xfrm rot="16200000" flipH="1" flipV="1">
                <a:off x="5600019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4245146" y="4859342"/>
              <a:ext cx="199186" cy="397169"/>
              <a:chOff x="5699049" y="5346699"/>
              <a:chExt cx="280148" cy="397324"/>
            </a:xfrm>
          </p:grpSpPr>
          <p:sp>
            <p:nvSpPr>
              <p:cNvPr id="12" name="梯形 11"/>
              <p:cNvSpPr/>
              <p:nvPr/>
            </p:nvSpPr>
            <p:spPr>
              <a:xfrm rot="16200000" flipH="1" flipV="1">
                <a:off x="5680903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  <p:sp>
            <p:nvSpPr>
              <p:cNvPr id="13" name="梯形 12"/>
              <p:cNvSpPr/>
              <p:nvPr/>
            </p:nvSpPr>
            <p:spPr>
              <a:xfrm rot="16200000" flipH="1" flipV="1">
                <a:off x="5600019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</p:grpSp>
      </p:grpSp>
      <p:sp>
        <p:nvSpPr>
          <p:cNvPr id="18" name="矩形 17"/>
          <p:cNvSpPr/>
          <p:nvPr userDrawn="1"/>
        </p:nvSpPr>
        <p:spPr>
          <a:xfrm>
            <a:off x="6469828" y="1311864"/>
            <a:ext cx="5380951" cy="5035257"/>
          </a:xfrm>
          <a:prstGeom prst="rect">
            <a:avLst/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gradFill flip="none" rotWithShape="1">
              <a:gsLst>
                <a:gs pos="0">
                  <a:srgbClr val="666666">
                    <a:lumMod val="60000"/>
                    <a:lumOff val="40000"/>
                    <a:alpha val="80000"/>
                  </a:srgbClr>
                </a:gs>
                <a:gs pos="100000">
                  <a:srgbClr val="666666">
                    <a:lumMod val="60000"/>
                    <a:lumOff val="40000"/>
                    <a:alpha val="40000"/>
                  </a:srgbClr>
                </a:gs>
              </a:gsLst>
              <a:lin ang="0" scaled="0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72000" tIns="72000" rIns="72000" bIns="72000" anchor="t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1" i="0" u="none" strike="noStrike" kern="1200" spc="0" baseline="0">
                <a:solidFill>
                  <a:srgbClr val="1D1D1A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DDDDD">
                    <a:lumMod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注释</a:t>
            </a:r>
          </a:p>
        </p:txBody>
      </p:sp>
      <p:sp>
        <p:nvSpPr>
          <p:cNvPr id="19" name="梯形 18"/>
          <p:cNvSpPr/>
          <p:nvPr userDrawn="1"/>
        </p:nvSpPr>
        <p:spPr>
          <a:xfrm>
            <a:off x="6469828" y="1006078"/>
            <a:ext cx="5380951" cy="305786"/>
          </a:xfrm>
          <a:prstGeom prst="trapezoid">
            <a:avLst>
              <a:gd name="adj" fmla="val 172380"/>
            </a:avLst>
          </a:prstGeom>
          <a:gradFill>
            <a:gsLst>
              <a:gs pos="100000">
                <a:srgbClr val="A3A3A3">
                  <a:alpha val="20000"/>
                </a:srgbClr>
              </a:gs>
              <a:gs pos="0">
                <a:srgbClr val="F2F2F2">
                  <a:alpha val="0"/>
                </a:srgbClr>
              </a:gs>
            </a:gsLst>
            <a:lin ang="5400000" scaled="0"/>
          </a:gradFill>
          <a:ln w="3175">
            <a:gradFill>
              <a:gsLst>
                <a:gs pos="100000">
                  <a:srgbClr val="666666">
                    <a:lumMod val="60000"/>
                    <a:lumOff val="40000"/>
                    <a:alpha val="30000"/>
                  </a:srgbClr>
                </a:gs>
                <a:gs pos="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0"/>
            </a:gradFill>
          </a:ln>
        </p:spPr>
        <p:txBody>
          <a:bodyPr vert="horz" wrap="square" lIns="91404" tIns="45702" rIns="91404" bIns="45702" numCol="1" anchor="ctr" anchorCtr="0" compatLnSpc="1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7000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子标题</a:t>
            </a:r>
          </a:p>
        </p:txBody>
      </p:sp>
      <p:cxnSp>
        <p:nvCxnSpPr>
          <p:cNvPr id="20" name="直接连接符 19"/>
          <p:cNvCxnSpPr/>
          <p:nvPr userDrawn="1"/>
        </p:nvCxnSpPr>
        <p:spPr>
          <a:xfrm>
            <a:off x="8360666" y="1311864"/>
            <a:ext cx="1599273" cy="0"/>
          </a:xfrm>
          <a:prstGeom prst="line">
            <a:avLst/>
          </a:prstGeom>
          <a:noFill/>
          <a:ln w="19050" cap="flat" cmpd="sng" algn="ctr">
            <a:solidFill>
              <a:srgbClr val="C7000B"/>
            </a:solidFill>
            <a:prstDash val="solid"/>
            <a:miter lim="800000"/>
          </a:ln>
          <a:effectLst/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1" name="标题 1"/>
          <p:cNvSpPr>
            <a:spLocks noGrp="1"/>
          </p:cNvSpPr>
          <p:nvPr>
            <p:ph type="title"/>
          </p:nvPr>
        </p:nvSpPr>
        <p:spPr>
          <a:xfrm>
            <a:off x="347187" y="261677"/>
            <a:ext cx="11501790" cy="56451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灯片编号占位符 2"/>
          <p:cNvSpPr txBox="1"/>
          <p:nvPr userDrawn="1"/>
        </p:nvSpPr>
        <p:spPr>
          <a:xfrm>
            <a:off x="11391654" y="6544200"/>
            <a:ext cx="457323" cy="234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3" name="Rectangle 7"/>
          <p:cNvSpPr/>
          <p:nvPr userDrawn="1"/>
        </p:nvSpPr>
        <p:spPr>
          <a:xfrm>
            <a:off x="339074" y="1286830"/>
            <a:ext cx="5402430" cy="2142170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4" name="Bevel 16"/>
          <p:cNvSpPr/>
          <p:nvPr userDrawn="1"/>
        </p:nvSpPr>
        <p:spPr bwMode="auto">
          <a:xfrm>
            <a:off x="6447518" y="923278"/>
            <a:ext cx="5401458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Rectangle 7"/>
          <p:cNvSpPr/>
          <p:nvPr userDrawn="1"/>
        </p:nvSpPr>
        <p:spPr>
          <a:xfrm>
            <a:off x="6455259" y="1280168"/>
            <a:ext cx="5393717" cy="2148831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6" name="Bevel 16"/>
          <p:cNvSpPr/>
          <p:nvPr userDrawn="1"/>
        </p:nvSpPr>
        <p:spPr bwMode="auto">
          <a:xfrm>
            <a:off x="339073" y="928171"/>
            <a:ext cx="5410171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Rectangle 7"/>
          <p:cNvSpPr/>
          <p:nvPr userDrawn="1"/>
        </p:nvSpPr>
        <p:spPr>
          <a:xfrm>
            <a:off x="339075" y="4149441"/>
            <a:ext cx="5402430" cy="2142170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8" name="Bevel 16"/>
          <p:cNvSpPr/>
          <p:nvPr userDrawn="1"/>
        </p:nvSpPr>
        <p:spPr bwMode="auto">
          <a:xfrm>
            <a:off x="6447519" y="3785889"/>
            <a:ext cx="5401458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Rectangle 7"/>
          <p:cNvSpPr/>
          <p:nvPr userDrawn="1"/>
        </p:nvSpPr>
        <p:spPr>
          <a:xfrm>
            <a:off x="6455260" y="4142779"/>
            <a:ext cx="5393717" cy="2148831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40" name="Bevel 16"/>
          <p:cNvSpPr/>
          <p:nvPr userDrawn="1"/>
        </p:nvSpPr>
        <p:spPr bwMode="auto">
          <a:xfrm>
            <a:off x="339074" y="3790782"/>
            <a:ext cx="5410171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47187" y="261677"/>
            <a:ext cx="11501790" cy="56451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2"/>
          <p:cNvSpPr txBox="1"/>
          <p:nvPr userDrawn="1"/>
        </p:nvSpPr>
        <p:spPr>
          <a:xfrm>
            <a:off x="11391654" y="6544200"/>
            <a:ext cx="457323" cy="234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7"/>
          <p:cNvSpPr/>
          <p:nvPr userDrawn="1"/>
        </p:nvSpPr>
        <p:spPr>
          <a:xfrm>
            <a:off x="339074" y="1286830"/>
            <a:ext cx="5402430" cy="2142170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7" name="Bevel 16"/>
          <p:cNvSpPr/>
          <p:nvPr userDrawn="1"/>
        </p:nvSpPr>
        <p:spPr bwMode="auto">
          <a:xfrm>
            <a:off x="6447518" y="923278"/>
            <a:ext cx="5401458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6455259" y="1280168"/>
            <a:ext cx="5393717" cy="2148831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9" name="Bevel 16"/>
          <p:cNvSpPr/>
          <p:nvPr userDrawn="1"/>
        </p:nvSpPr>
        <p:spPr bwMode="auto">
          <a:xfrm>
            <a:off x="339073" y="928171"/>
            <a:ext cx="5410171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Rectangle 7"/>
          <p:cNvSpPr/>
          <p:nvPr userDrawn="1"/>
        </p:nvSpPr>
        <p:spPr>
          <a:xfrm>
            <a:off x="339075" y="4149441"/>
            <a:ext cx="5402430" cy="2142170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1" name="Bevel 16"/>
          <p:cNvSpPr/>
          <p:nvPr userDrawn="1"/>
        </p:nvSpPr>
        <p:spPr bwMode="auto">
          <a:xfrm>
            <a:off x="6447519" y="3785889"/>
            <a:ext cx="5401458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Rectangle 7"/>
          <p:cNvSpPr/>
          <p:nvPr userDrawn="1"/>
        </p:nvSpPr>
        <p:spPr>
          <a:xfrm>
            <a:off x="6455260" y="4142779"/>
            <a:ext cx="5393717" cy="2148831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3" name="Bevel 16"/>
          <p:cNvSpPr/>
          <p:nvPr userDrawn="1"/>
        </p:nvSpPr>
        <p:spPr bwMode="auto">
          <a:xfrm>
            <a:off x="339074" y="3790782"/>
            <a:ext cx="5410171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92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115" indent="-398145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115" indent="-398145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20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8" y="630376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8" y="1402067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287981" y="296416"/>
            <a:ext cx="11620805" cy="871537"/>
          </a:xfrm>
          <a:prstGeom prst="rect">
            <a:avLst/>
          </a:prstGeom>
        </p:spPr>
        <p:txBody>
          <a:bodyPr lIns="91401" tIns="45702" rIns="91401" bIns="45702" anchor="ctr"/>
          <a:lstStyle>
            <a:lvl1pPr>
              <a:defRPr sz="2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Rectangle 68"/>
          <p:cNvSpPr>
            <a:spLocks noGrp="1" noChangeArrowheads="1"/>
          </p:cNvSpPr>
          <p:nvPr>
            <p:ph idx="1"/>
          </p:nvPr>
        </p:nvSpPr>
        <p:spPr bwMode="auto">
          <a:xfrm>
            <a:off x="287981" y="1196975"/>
            <a:ext cx="11620805" cy="492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0081" tIns="30040" rIns="60081" bIns="30040" numCol="1" anchor="t" anchorCtr="0" compatLnSpc="1"/>
          <a:lstStyle>
            <a:lvl1pPr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标准宽度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16202" y="261000"/>
            <a:ext cx="11164360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4" y="1512881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61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 sz="17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61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500" algn="ctr"/>
              </a:tabLst>
              <a:defRPr sz="15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280" marR="0" indent="-168275" algn="l" defTabSz="11861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500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6500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61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280" marR="0" lvl="2" indent="-168275" algn="l" defTabSz="11861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280" marR="0" lvl="2" indent="-168275" algn="l" defTabSz="11861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520" y="2129932"/>
            <a:ext cx="10367725" cy="147127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99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微软雅黑 </a:t>
            </a:r>
            <a:r>
              <a:rPr lang="en-US" altLang="zh-CN" dirty="0"/>
              <a:t>40pt </a:t>
            </a:r>
            <a:r>
              <a:rPr lang="zh-CN" altLang="en-US" dirty="0"/>
              <a:t>，居中，最多两行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6"/>
          <p:cNvSpPr txBox="1"/>
          <p:nvPr userDrawn="1"/>
        </p:nvSpPr>
        <p:spPr>
          <a:xfrm>
            <a:off x="918919" y="399343"/>
            <a:ext cx="22381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99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kumimoji="1" lang="zh-CN" altLang="en-US" sz="3635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7795" y="1040910"/>
            <a:ext cx="2009322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47911" y="1900244"/>
            <a:ext cx="10122060" cy="3013725"/>
          </a:xfrm>
          <a:prstGeom prst="rect">
            <a:avLst/>
          </a:prstGeom>
        </p:spPr>
        <p:txBody>
          <a:bodyPr lIns="0" tIns="0" rIns="0" bIns="0"/>
          <a:lstStyle>
            <a:lvl1pPr marL="412115" indent="-398145">
              <a:lnSpc>
                <a:spcPts val="2135"/>
              </a:lnSpc>
              <a:buFont typeface="+mj-lt"/>
              <a:buAutoNum type="arabicPeriod"/>
              <a:defRPr sz="2195">
                <a:solidFill>
                  <a:schemeClr val="tx1"/>
                </a:solidFill>
                <a:latin typeface="+mj-lt"/>
                <a:ea typeface="微软雅黑" panose="020B0503020204020204" pitchFamily="34" charset="-122"/>
              </a:defRPr>
            </a:lvl1pPr>
            <a:lvl2pPr marL="412115" indent="-398145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195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195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195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dirty="0"/>
              <a:t>Click to edit Master text style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508589"/>
            <a:ext cx="10740640" cy="993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710"/>
              </a:lnSpc>
              <a:spcBef>
                <a:spcPts val="0"/>
              </a:spcBef>
              <a:buNone/>
              <a:defRPr sz="1395" b="0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296545" indent="0" algn="ctr">
              <a:buNone/>
              <a:defRPr sz="1295"/>
            </a:lvl2pPr>
            <a:lvl3pPr marL="592455" indent="0" algn="ctr">
              <a:buNone/>
              <a:defRPr sz="1170"/>
            </a:lvl3pPr>
            <a:lvl4pPr marL="889000" indent="0" algn="ctr">
              <a:buNone/>
              <a:defRPr sz="1040"/>
            </a:lvl4pPr>
            <a:lvl5pPr marL="1185545" indent="0" algn="ctr">
              <a:buNone/>
              <a:defRPr sz="1040"/>
            </a:lvl5pPr>
            <a:lvl6pPr marL="1482090" indent="0" algn="ctr">
              <a:buNone/>
              <a:defRPr sz="1040"/>
            </a:lvl6pPr>
            <a:lvl7pPr marL="1778000" indent="0" algn="ctr">
              <a:buNone/>
              <a:defRPr sz="1040"/>
            </a:lvl7pPr>
            <a:lvl8pPr marL="2074545" indent="0" algn="ctr">
              <a:buNone/>
              <a:defRPr sz="1040"/>
            </a:lvl8pPr>
            <a:lvl9pPr marL="2371090" indent="0" algn="ctr">
              <a:buNone/>
              <a:defRPr sz="104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14" y="1501998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6350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602615" algn="ctr"/>
              </a:tabLst>
              <a:defRPr sz="9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262255" indent="-85725">
              <a:buFont typeface="Arial" panose="020B0604020202020204" pitchFamily="34" charset="0"/>
              <a:buChar char="•"/>
              <a:tabLst>
                <a:tab pos="602615" algn="ctr"/>
              </a:tabLst>
              <a:defRPr sz="650" baseline="0"/>
            </a:lvl2pPr>
            <a:lvl3pPr marL="262255" indent="-85725">
              <a:buFont typeface="Arial" panose="020B0604020202020204" pitchFamily="34" charset="0"/>
              <a:buChar char="•"/>
              <a:tabLst>
                <a:tab pos="602615" algn="ctr"/>
              </a:tabLst>
              <a:defRPr sz="650" baseline="0"/>
            </a:lvl3pPr>
            <a:lvl4pPr marL="262255" indent="-85725">
              <a:buFont typeface="Arial" panose="020B0604020202020204" pitchFamily="34" charset="0"/>
              <a:buChar char="•"/>
              <a:tabLst>
                <a:tab pos="602615" algn="ctr"/>
              </a:tabLst>
              <a:defRPr sz="650" baseline="0"/>
            </a:lvl4pPr>
            <a:lvl5pPr marL="262255" indent="-85725">
              <a:buFont typeface="Arial" panose="020B0604020202020204" pitchFamily="34" charset="0"/>
              <a:buChar char="•"/>
              <a:tabLst>
                <a:tab pos="602615" algn="ctr"/>
              </a:tabLst>
              <a:defRPr sz="65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汇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319" y="365126"/>
            <a:ext cx="11544299" cy="417390"/>
          </a:xfrm>
          <a:prstGeom prst="rect">
            <a:avLst/>
          </a:prstGeom>
        </p:spPr>
        <p:txBody>
          <a:bodyPr lIns="36000" tIns="36000" rIns="36000" bIns="36000" anchor="ctr"/>
          <a:lstStyle>
            <a:lvl1pPr>
              <a:defRPr sz="2395" b="1">
                <a:solidFill>
                  <a:srgbClr val="C7000B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主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7538" y="455810"/>
            <a:ext cx="11139854" cy="3090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995" b="1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8635" indent="0" algn="ctr">
              <a:buNone/>
              <a:defRPr sz="2075"/>
            </a:lvl4pPr>
            <a:lvl5pPr marL="2371725" indent="0" algn="ctr">
              <a:buNone/>
              <a:defRPr sz="2075"/>
            </a:lvl5pPr>
            <a:lvl6pPr marL="2964815" indent="0" algn="ctr">
              <a:buNone/>
              <a:defRPr sz="2075"/>
            </a:lvl6pPr>
            <a:lvl7pPr marL="3557905" indent="0" algn="ctr">
              <a:buNone/>
              <a:defRPr sz="2075"/>
            </a:lvl7pPr>
            <a:lvl8pPr marL="4150360" indent="0" algn="ctr">
              <a:buNone/>
              <a:defRPr sz="2075"/>
            </a:lvl8pPr>
            <a:lvl9pPr marL="474345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灯片编号占位符 2"/>
          <p:cNvSpPr txBox="1"/>
          <p:nvPr userDrawn="1"/>
        </p:nvSpPr>
        <p:spPr>
          <a:xfrm>
            <a:off x="11391654" y="6544200"/>
            <a:ext cx="457323" cy="234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348389" y="1311864"/>
            <a:ext cx="5380951" cy="5035257"/>
          </a:xfrm>
          <a:prstGeom prst="rect">
            <a:avLst/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gradFill flip="none" rotWithShape="1">
              <a:gsLst>
                <a:gs pos="0">
                  <a:srgbClr val="666666">
                    <a:lumMod val="60000"/>
                    <a:lumOff val="40000"/>
                    <a:alpha val="80000"/>
                  </a:srgbClr>
                </a:gs>
                <a:gs pos="100000">
                  <a:srgbClr val="666666">
                    <a:lumMod val="60000"/>
                    <a:lumOff val="40000"/>
                    <a:alpha val="40000"/>
                  </a:srgbClr>
                </a:gs>
              </a:gsLst>
              <a:lin ang="0" scaled="0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72000" tIns="72000" rIns="72000" bIns="72000" anchor="t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1" i="0" u="none" strike="noStrike" kern="1200" spc="0" baseline="0">
                <a:solidFill>
                  <a:srgbClr val="1D1D1A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DDDDD">
                    <a:lumMod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注释</a:t>
            </a:r>
          </a:p>
        </p:txBody>
      </p:sp>
      <p:sp>
        <p:nvSpPr>
          <p:cNvPr id="6" name="梯形 5"/>
          <p:cNvSpPr/>
          <p:nvPr userDrawn="1"/>
        </p:nvSpPr>
        <p:spPr>
          <a:xfrm>
            <a:off x="347187" y="1006078"/>
            <a:ext cx="5380951" cy="305786"/>
          </a:xfrm>
          <a:prstGeom prst="trapezoid">
            <a:avLst>
              <a:gd name="adj" fmla="val 172380"/>
            </a:avLst>
          </a:prstGeom>
          <a:gradFill>
            <a:gsLst>
              <a:gs pos="100000">
                <a:srgbClr val="A3A3A3">
                  <a:alpha val="20000"/>
                </a:srgbClr>
              </a:gs>
              <a:gs pos="0">
                <a:srgbClr val="F2F2F2">
                  <a:alpha val="0"/>
                </a:srgbClr>
              </a:gs>
            </a:gsLst>
            <a:lin ang="5400000" scaled="0"/>
          </a:gradFill>
          <a:ln w="3175">
            <a:gradFill>
              <a:gsLst>
                <a:gs pos="100000">
                  <a:srgbClr val="666666">
                    <a:lumMod val="60000"/>
                    <a:lumOff val="40000"/>
                    <a:alpha val="30000"/>
                  </a:srgbClr>
                </a:gs>
                <a:gs pos="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0"/>
            </a:gradFill>
          </a:ln>
        </p:spPr>
        <p:txBody>
          <a:bodyPr vert="horz" wrap="square" lIns="91404" tIns="45702" rIns="91404" bIns="45702" numCol="1" anchor="ctr" anchorCtr="0" compatLnSpc="1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7000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子标题</a:t>
            </a: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2239227" y="1311864"/>
            <a:ext cx="1599273" cy="0"/>
          </a:xfrm>
          <a:prstGeom prst="line">
            <a:avLst/>
          </a:prstGeom>
          <a:noFill/>
          <a:ln w="19050" cap="flat" cmpd="sng" algn="ctr">
            <a:solidFill>
              <a:srgbClr val="C7000B"/>
            </a:solidFill>
            <a:prstDash val="solid"/>
            <a:miter lim="800000"/>
          </a:ln>
          <a:effectLst/>
        </p:spPr>
      </p:cxnSp>
      <p:grpSp>
        <p:nvGrpSpPr>
          <p:cNvPr id="8" name="组合 7"/>
          <p:cNvGrpSpPr/>
          <p:nvPr userDrawn="1"/>
        </p:nvGrpSpPr>
        <p:grpSpPr>
          <a:xfrm>
            <a:off x="5983115" y="2199875"/>
            <a:ext cx="232337" cy="3662779"/>
            <a:chOff x="4245146" y="1593732"/>
            <a:chExt cx="232337" cy="3662779"/>
          </a:xfrm>
        </p:grpSpPr>
        <p:grpSp>
          <p:nvGrpSpPr>
            <p:cNvPr id="9" name="组合 8"/>
            <p:cNvGrpSpPr/>
            <p:nvPr/>
          </p:nvGrpSpPr>
          <p:grpSpPr>
            <a:xfrm>
              <a:off x="4278297" y="1593732"/>
              <a:ext cx="199186" cy="397169"/>
              <a:chOff x="5699049" y="5346699"/>
              <a:chExt cx="280148" cy="397324"/>
            </a:xfrm>
          </p:grpSpPr>
          <p:sp>
            <p:nvSpPr>
              <p:cNvPr id="16" name="梯形 15"/>
              <p:cNvSpPr/>
              <p:nvPr/>
            </p:nvSpPr>
            <p:spPr>
              <a:xfrm rot="16200000" flipH="1" flipV="1">
                <a:off x="5680903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  <p:sp>
            <p:nvSpPr>
              <p:cNvPr id="17" name="梯形 16"/>
              <p:cNvSpPr/>
              <p:nvPr/>
            </p:nvSpPr>
            <p:spPr>
              <a:xfrm rot="16200000" flipH="1" flipV="1">
                <a:off x="5600019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245146" y="3157495"/>
              <a:ext cx="199186" cy="397169"/>
              <a:chOff x="5699049" y="5346699"/>
              <a:chExt cx="280148" cy="397324"/>
            </a:xfrm>
          </p:grpSpPr>
          <p:sp>
            <p:nvSpPr>
              <p:cNvPr id="14" name="梯形 13"/>
              <p:cNvSpPr/>
              <p:nvPr/>
            </p:nvSpPr>
            <p:spPr>
              <a:xfrm rot="16200000" flipH="1" flipV="1">
                <a:off x="5680903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  <p:sp>
            <p:nvSpPr>
              <p:cNvPr id="15" name="梯形 14"/>
              <p:cNvSpPr/>
              <p:nvPr/>
            </p:nvSpPr>
            <p:spPr>
              <a:xfrm rot="16200000" flipH="1" flipV="1">
                <a:off x="5600019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4245146" y="4859342"/>
              <a:ext cx="199186" cy="397169"/>
              <a:chOff x="5699049" y="5346699"/>
              <a:chExt cx="280148" cy="397324"/>
            </a:xfrm>
          </p:grpSpPr>
          <p:sp>
            <p:nvSpPr>
              <p:cNvPr id="12" name="梯形 11"/>
              <p:cNvSpPr/>
              <p:nvPr/>
            </p:nvSpPr>
            <p:spPr>
              <a:xfrm rot="16200000" flipH="1" flipV="1">
                <a:off x="5680903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  <p:sp>
            <p:nvSpPr>
              <p:cNvPr id="13" name="梯形 12"/>
              <p:cNvSpPr/>
              <p:nvPr/>
            </p:nvSpPr>
            <p:spPr>
              <a:xfrm rot="16200000" flipH="1" flipV="1">
                <a:off x="5600019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</p:grpSp>
      </p:grpSp>
      <p:sp>
        <p:nvSpPr>
          <p:cNvPr id="18" name="矩形 17"/>
          <p:cNvSpPr/>
          <p:nvPr userDrawn="1"/>
        </p:nvSpPr>
        <p:spPr>
          <a:xfrm>
            <a:off x="6469828" y="1311864"/>
            <a:ext cx="5380951" cy="5035257"/>
          </a:xfrm>
          <a:prstGeom prst="rect">
            <a:avLst/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gradFill flip="none" rotWithShape="1">
              <a:gsLst>
                <a:gs pos="0">
                  <a:srgbClr val="666666">
                    <a:lumMod val="60000"/>
                    <a:lumOff val="40000"/>
                    <a:alpha val="80000"/>
                  </a:srgbClr>
                </a:gs>
                <a:gs pos="100000">
                  <a:srgbClr val="666666">
                    <a:lumMod val="60000"/>
                    <a:lumOff val="40000"/>
                    <a:alpha val="40000"/>
                  </a:srgbClr>
                </a:gs>
              </a:gsLst>
              <a:lin ang="0" scaled="0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72000" tIns="72000" rIns="72000" bIns="72000" anchor="t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1" i="0" u="none" strike="noStrike" kern="1200" spc="0" baseline="0">
                <a:solidFill>
                  <a:srgbClr val="1D1D1A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DDDDD">
                    <a:lumMod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注释</a:t>
            </a:r>
          </a:p>
        </p:txBody>
      </p:sp>
      <p:sp>
        <p:nvSpPr>
          <p:cNvPr id="19" name="梯形 18"/>
          <p:cNvSpPr/>
          <p:nvPr userDrawn="1"/>
        </p:nvSpPr>
        <p:spPr>
          <a:xfrm>
            <a:off x="6469828" y="1006078"/>
            <a:ext cx="5380951" cy="305786"/>
          </a:xfrm>
          <a:prstGeom prst="trapezoid">
            <a:avLst>
              <a:gd name="adj" fmla="val 172380"/>
            </a:avLst>
          </a:prstGeom>
          <a:gradFill>
            <a:gsLst>
              <a:gs pos="100000">
                <a:srgbClr val="A3A3A3">
                  <a:alpha val="20000"/>
                </a:srgbClr>
              </a:gs>
              <a:gs pos="0">
                <a:srgbClr val="F2F2F2">
                  <a:alpha val="0"/>
                </a:srgbClr>
              </a:gs>
            </a:gsLst>
            <a:lin ang="5400000" scaled="0"/>
          </a:gradFill>
          <a:ln w="3175">
            <a:gradFill>
              <a:gsLst>
                <a:gs pos="100000">
                  <a:srgbClr val="666666">
                    <a:lumMod val="60000"/>
                    <a:lumOff val="40000"/>
                    <a:alpha val="30000"/>
                  </a:srgbClr>
                </a:gs>
                <a:gs pos="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0"/>
            </a:gradFill>
          </a:ln>
        </p:spPr>
        <p:txBody>
          <a:bodyPr vert="horz" wrap="square" lIns="91404" tIns="45702" rIns="91404" bIns="45702" numCol="1" anchor="ctr" anchorCtr="0" compatLnSpc="1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7000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子标题</a:t>
            </a:r>
          </a:p>
        </p:txBody>
      </p:sp>
      <p:cxnSp>
        <p:nvCxnSpPr>
          <p:cNvPr id="20" name="直接连接符 19"/>
          <p:cNvCxnSpPr/>
          <p:nvPr userDrawn="1"/>
        </p:nvCxnSpPr>
        <p:spPr>
          <a:xfrm>
            <a:off x="8360666" y="1311864"/>
            <a:ext cx="1599273" cy="0"/>
          </a:xfrm>
          <a:prstGeom prst="line">
            <a:avLst/>
          </a:prstGeom>
          <a:noFill/>
          <a:ln w="19050" cap="flat" cmpd="sng" algn="ctr">
            <a:solidFill>
              <a:srgbClr val="C7000B"/>
            </a:solidFill>
            <a:prstDash val="solid"/>
            <a:miter lim="800000"/>
          </a:ln>
          <a:effectLst/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1" name="标题 1"/>
          <p:cNvSpPr>
            <a:spLocks noGrp="1"/>
          </p:cNvSpPr>
          <p:nvPr>
            <p:ph type="title"/>
          </p:nvPr>
        </p:nvSpPr>
        <p:spPr>
          <a:xfrm>
            <a:off x="347187" y="261677"/>
            <a:ext cx="11501790" cy="56451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灯片编号占位符 2"/>
          <p:cNvSpPr txBox="1"/>
          <p:nvPr userDrawn="1"/>
        </p:nvSpPr>
        <p:spPr>
          <a:xfrm>
            <a:off x="11391654" y="6544200"/>
            <a:ext cx="457323" cy="234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3" name="Rectangle 7"/>
          <p:cNvSpPr/>
          <p:nvPr userDrawn="1"/>
        </p:nvSpPr>
        <p:spPr>
          <a:xfrm>
            <a:off x="339074" y="1286830"/>
            <a:ext cx="5402430" cy="2142170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4" name="Bevel 16"/>
          <p:cNvSpPr/>
          <p:nvPr userDrawn="1"/>
        </p:nvSpPr>
        <p:spPr bwMode="auto">
          <a:xfrm>
            <a:off x="6447518" y="923278"/>
            <a:ext cx="5401458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Rectangle 7"/>
          <p:cNvSpPr/>
          <p:nvPr userDrawn="1"/>
        </p:nvSpPr>
        <p:spPr>
          <a:xfrm>
            <a:off x="6455259" y="1280168"/>
            <a:ext cx="5393717" cy="2148831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6" name="Bevel 16"/>
          <p:cNvSpPr/>
          <p:nvPr userDrawn="1"/>
        </p:nvSpPr>
        <p:spPr bwMode="auto">
          <a:xfrm>
            <a:off x="339073" y="928171"/>
            <a:ext cx="5410171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Rectangle 7"/>
          <p:cNvSpPr/>
          <p:nvPr userDrawn="1"/>
        </p:nvSpPr>
        <p:spPr>
          <a:xfrm>
            <a:off x="339075" y="4149441"/>
            <a:ext cx="5402430" cy="2142170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8" name="Bevel 16"/>
          <p:cNvSpPr/>
          <p:nvPr userDrawn="1"/>
        </p:nvSpPr>
        <p:spPr bwMode="auto">
          <a:xfrm>
            <a:off x="6447519" y="3785889"/>
            <a:ext cx="5401458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Rectangle 7"/>
          <p:cNvSpPr/>
          <p:nvPr userDrawn="1"/>
        </p:nvSpPr>
        <p:spPr>
          <a:xfrm>
            <a:off x="6455260" y="4142779"/>
            <a:ext cx="5393717" cy="2148831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40" name="Bevel 16"/>
          <p:cNvSpPr/>
          <p:nvPr userDrawn="1"/>
        </p:nvSpPr>
        <p:spPr bwMode="auto">
          <a:xfrm>
            <a:off x="339074" y="3790782"/>
            <a:ext cx="5410171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47187" y="261677"/>
            <a:ext cx="11501790" cy="56451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2"/>
          <p:cNvSpPr txBox="1"/>
          <p:nvPr userDrawn="1"/>
        </p:nvSpPr>
        <p:spPr>
          <a:xfrm>
            <a:off x="11391654" y="6544200"/>
            <a:ext cx="457323" cy="234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7"/>
          <p:cNvSpPr/>
          <p:nvPr userDrawn="1"/>
        </p:nvSpPr>
        <p:spPr>
          <a:xfrm>
            <a:off x="339074" y="1286830"/>
            <a:ext cx="5402430" cy="2142170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7" name="Bevel 16"/>
          <p:cNvSpPr/>
          <p:nvPr userDrawn="1"/>
        </p:nvSpPr>
        <p:spPr bwMode="auto">
          <a:xfrm>
            <a:off x="6447518" y="923278"/>
            <a:ext cx="5401458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6455259" y="1280168"/>
            <a:ext cx="5393717" cy="2148831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9" name="Bevel 16"/>
          <p:cNvSpPr/>
          <p:nvPr userDrawn="1"/>
        </p:nvSpPr>
        <p:spPr bwMode="auto">
          <a:xfrm>
            <a:off x="339073" y="928171"/>
            <a:ext cx="5410171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Rectangle 7"/>
          <p:cNvSpPr/>
          <p:nvPr userDrawn="1"/>
        </p:nvSpPr>
        <p:spPr>
          <a:xfrm>
            <a:off x="339075" y="4149441"/>
            <a:ext cx="5402430" cy="2142170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1" name="Bevel 16"/>
          <p:cNvSpPr/>
          <p:nvPr userDrawn="1"/>
        </p:nvSpPr>
        <p:spPr bwMode="auto">
          <a:xfrm>
            <a:off x="6447519" y="3785889"/>
            <a:ext cx="5401458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Rectangle 7"/>
          <p:cNvSpPr/>
          <p:nvPr userDrawn="1"/>
        </p:nvSpPr>
        <p:spPr>
          <a:xfrm>
            <a:off x="6455260" y="4142779"/>
            <a:ext cx="5393717" cy="2148831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3" name="Bevel 16"/>
          <p:cNvSpPr/>
          <p:nvPr userDrawn="1"/>
        </p:nvSpPr>
        <p:spPr bwMode="auto">
          <a:xfrm>
            <a:off x="339074" y="3790782"/>
            <a:ext cx="5410171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新格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3025279"/>
      </p:ext>
    </p:extLst>
  </p:cSld>
  <p:clrMapOvr>
    <a:masterClrMapping/>
  </p:clrMapOvr>
  <p:transition advClick="0" advTm="8000"/>
  <p:extLst>
    <p:ext uri="{DCECCB84-F9BA-43D5-87BE-67443E8EF086}">
      <p15:sldGuideLst xmlns:p15="http://schemas.microsoft.com/office/powerpoint/2012/main">
        <p15:guide id="1" pos="326">
          <p15:clr>
            <a:srgbClr val="FBAE40"/>
          </p15:clr>
        </p15:guide>
        <p15:guide id="2" pos="7357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640">
          <p15:clr>
            <a:srgbClr val="FBAE40"/>
          </p15:clr>
        </p15:guide>
        <p15:guide id="5" orient="horz" pos="754">
          <p15:clr>
            <a:srgbClr val="FBAE40"/>
          </p15:clr>
        </p15:guide>
        <p15:guide id="6" pos="3841">
          <p15:clr>
            <a:srgbClr val="FBAE40"/>
          </p15:clr>
        </p15:guide>
        <p15:guide id="7" orient="horz" pos="2160">
          <p15:clr>
            <a:srgbClr val="FBAE40"/>
          </p15:clr>
        </p15:guide>
        <p15:guide id="8" orient="horz" pos="3884">
          <p15:clr>
            <a:srgbClr val="FBAE40"/>
          </p15:clr>
        </p15:guide>
        <p15:guide id="9" pos="3955">
          <p15:clr>
            <a:srgbClr val="FBAE40"/>
          </p15:clr>
        </p15:guide>
        <p15:guide id="10" pos="372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新格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487CBFE9-665B-4390-A08D-E0E2A86BF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9411" y="311359"/>
            <a:ext cx="11554870" cy="58397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98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404062"/>
      </p:ext>
    </p:extLst>
  </p:cSld>
  <p:clrMapOvr>
    <a:masterClrMapping/>
  </p:clrMapOvr>
  <p:transition advClick="0" advTm="8000"/>
  <p:extLst>
    <p:ext uri="{DCECCB84-F9BA-43D5-87BE-67443E8EF086}">
      <p15:sldGuideLst xmlns:p15="http://schemas.microsoft.com/office/powerpoint/2012/main">
        <p15:guide id="1" pos="326">
          <p15:clr>
            <a:srgbClr val="FBAE40"/>
          </p15:clr>
        </p15:guide>
        <p15:guide id="2" pos="7357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640">
          <p15:clr>
            <a:srgbClr val="FBAE40"/>
          </p15:clr>
        </p15:guide>
        <p15:guide id="5" orient="horz" pos="754">
          <p15:clr>
            <a:srgbClr val="FBAE40"/>
          </p15:clr>
        </p15:guide>
        <p15:guide id="6" pos="3841">
          <p15:clr>
            <a:srgbClr val="FBAE40"/>
          </p15:clr>
        </p15:guide>
        <p15:guide id="7" orient="horz" pos="2160">
          <p15:clr>
            <a:srgbClr val="FBAE40"/>
          </p15:clr>
        </p15:guide>
        <p15:guide id="8" orient="horz" pos="3884">
          <p15:clr>
            <a:srgbClr val="FBAE40"/>
          </p15:clr>
        </p15:guide>
        <p15:guide id="9" pos="3955">
          <p15:clr>
            <a:srgbClr val="FBAE40"/>
          </p15:clr>
        </p15:guide>
        <p15:guide id="10" pos="372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3904" y="304801"/>
            <a:ext cx="10731499" cy="10287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2398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72" indent="0" algn="ctr">
              <a:buNone/>
              <a:defRPr sz="2595"/>
            </a:lvl2pPr>
            <a:lvl3pPr marL="1186343" indent="0" algn="ctr">
              <a:buNone/>
              <a:defRPr sz="2335"/>
            </a:lvl3pPr>
            <a:lvl4pPr marL="1779517" indent="0" algn="ctr">
              <a:buNone/>
              <a:defRPr sz="2076"/>
            </a:lvl4pPr>
            <a:lvl5pPr marL="2372690" indent="0" algn="ctr">
              <a:buNone/>
              <a:defRPr sz="2076"/>
            </a:lvl5pPr>
            <a:lvl6pPr marL="2965860" indent="0" algn="ctr">
              <a:buNone/>
              <a:defRPr sz="2076"/>
            </a:lvl6pPr>
            <a:lvl7pPr marL="3559034" indent="0" algn="ctr">
              <a:buNone/>
              <a:defRPr sz="2076"/>
            </a:lvl7pPr>
            <a:lvl8pPr marL="4152206" indent="0" algn="ctr">
              <a:buNone/>
              <a:defRPr sz="2076"/>
            </a:lvl8pPr>
            <a:lvl9pPr marL="4745377" indent="0" algn="ctr">
              <a:buNone/>
              <a:defRPr sz="2076"/>
            </a:lvl9pPr>
          </a:lstStyle>
          <a:p>
            <a:r>
              <a:rPr lang="zh-CN" altLang="en-US" dirty="0"/>
              <a:t>仅标题</a:t>
            </a:r>
            <a:endParaRPr 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0689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9242A-2AB5-4AE7-9E99-1B397B265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143AFA-43F8-4BE7-ACB6-2948ED79C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54F1B7-0F8E-4CC2-B81D-2D9F9C92C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9191F-8E76-4C29-81BC-B43ECCA3141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7CC8B7-CC85-4879-9148-D32DCBA0C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CB698C-1865-4F0C-9EC3-0CD88E2F0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8CAB5-3431-474B-9219-9A1A575AF9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4501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414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049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微软雅黑"/>
                  <a:cs typeface="Arial" panose="02080604020202020204" pitchFamily="34" charset="0"/>
                </a:rPr>
                <a:t>公司辅助色</a:t>
              </a:r>
              <a:endPara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1B18"/>
                </a:solidFill>
                <a:effectLst/>
                <a:uLnTx/>
                <a:uFillTx/>
                <a:latin typeface="微软雅黑"/>
                <a:ea typeface="微软雅黑"/>
                <a:cs typeface="Arial" panose="0208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242/137/68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PANTONE 185C</a:t>
              </a:r>
            </a:p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049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微软雅黑"/>
                  <a:cs typeface="Arial" panose="02080604020202020204" pitchFamily="34" charset="0"/>
                </a:rPr>
                <a:t>公司色</a:t>
              </a:r>
              <a:endPara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1B18"/>
                </a:solidFill>
                <a:effectLst/>
                <a:uLnTx/>
                <a:uFillTx/>
                <a:latin typeface="微软雅黑"/>
                <a:ea typeface="微软雅黑"/>
                <a:cs typeface="Arial" panose="0208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PANTONE 186C</a:t>
              </a:r>
            </a:p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</a:t>
              </a:r>
            </a:p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246/183/140</a:t>
              </a: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250/211/187</a:t>
              </a: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</a:t>
              </a:r>
            </a:p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</a:t>
              </a:r>
            </a:p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</a:t>
              </a:r>
            </a:p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RGB</a:t>
              </a:r>
            </a:p>
            <a:p>
              <a:pPr marL="0" marR="0" lvl="0" indent="0" algn="ctr" defTabSz="910497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微软雅黑"/>
                  <a:ea typeface="Arial" panose="02080604020202020204" pitchFamily="34" charset="0"/>
                  <a:cs typeface="Arial" panose="02080604020202020204" pitchFamily="34" charset="0"/>
                </a:rPr>
                <a:t>255</a:t>
              </a:r>
            </a:p>
          </p:txBody>
        </p:sp>
      </p:grpSp>
      <p:sp>
        <p:nvSpPr>
          <p:cNvPr id="47" name="标题 5"/>
          <p:cNvSpPr>
            <a:spLocks noGrp="1"/>
          </p:cNvSpPr>
          <p:nvPr>
            <p:ph type="title"/>
          </p:nvPr>
        </p:nvSpPr>
        <p:spPr>
          <a:xfrm>
            <a:off x="481021" y="348791"/>
            <a:ext cx="11198225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398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5837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8039317" y="6381774"/>
            <a:ext cx="1411228" cy="1101725"/>
          </a:xfrm>
          <a:prstGeom prst="rect">
            <a:avLst/>
          </a:prstGeom>
        </p:spPr>
        <p:txBody>
          <a:bodyPr/>
          <a:lstStyle>
            <a:lvl1pPr algn="ctr">
              <a:defRPr kumimoji="1" sz="1100" b="0"/>
            </a:lvl1pPr>
          </a:lstStyle>
          <a:p>
            <a:pPr defTabSz="913408"/>
            <a:endParaRPr lang="de-DE" altLang="zh-CN">
              <a:solidFill>
                <a:srgbClr val="000000"/>
              </a:solidFill>
            </a:endParaRPr>
          </a:p>
          <a:p>
            <a:pPr defTabSz="913408"/>
            <a:fld id="{72FC57EA-EB5C-476B-B03D-6CC16B3783F6}" type="slidenum">
              <a:rPr lang="de-DE" altLang="zh-CN" smtClean="0">
                <a:solidFill>
                  <a:srgbClr val="000000"/>
                </a:solidFill>
              </a:rPr>
              <a:pPr defTabSz="913408"/>
              <a:t>‹#›</a:t>
            </a:fld>
            <a:endParaRPr lang="en-GB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0741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8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F899FE6-8820-4AF4-8001-EC49068ECD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160"/>
                    </a14:imgEffect>
                    <a14:imgEffect>
                      <a14:saturation sat="115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" y="1423216"/>
            <a:ext cx="12210283" cy="4176463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28387989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BA65195-725E-49FE-B803-1360D7ED75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14CE223-8B99-4663-88DA-99716297F8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47" y="183394"/>
            <a:ext cx="516138" cy="570139"/>
          </a:xfrm>
          <a:prstGeom prst="rect">
            <a:avLst/>
          </a:prstGeom>
        </p:spPr>
      </p:pic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D8783FAD-473B-4342-BE78-E93ABD39CC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986" y="277079"/>
            <a:ext cx="10748397" cy="4190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双击以添加标题</a:t>
            </a:r>
          </a:p>
        </p:txBody>
      </p:sp>
      <p:sp>
        <p:nvSpPr>
          <p:cNvPr id="14" name="内容占位符 13">
            <a:extLst>
              <a:ext uri="{FF2B5EF4-FFF2-40B4-BE49-F238E27FC236}">
                <a16:creationId xmlns:a16="http://schemas.microsoft.com/office/drawing/2014/main" id="{2562A97E-048C-4410-B49A-109846337E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9227" y="1030612"/>
            <a:ext cx="11129920" cy="534076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5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EDCDF5AB-9FAC-42E0-9615-78E762A6A569}"/>
              </a:ext>
            </a:extLst>
          </p:cNvPr>
          <p:cNvSpPr txBox="1"/>
          <p:nvPr userDrawn="1"/>
        </p:nvSpPr>
        <p:spPr>
          <a:xfrm>
            <a:off x="1002727" y="6475475"/>
            <a:ext cx="1464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1000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F5C72066-5359-4876-B7F4-0AE31AFE70F5}"/>
              </a:ext>
            </a:extLst>
          </p:cNvPr>
          <p:cNvSpPr txBox="1"/>
          <p:nvPr userDrawn="1"/>
        </p:nvSpPr>
        <p:spPr>
          <a:xfrm>
            <a:off x="641249" y="6521339"/>
            <a:ext cx="499924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89453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F42E61D-5AC9-405E-B5A3-38C4DF859A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1746F83-3C7E-4060-AC6F-4A7A97E0A6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96" y="95009"/>
            <a:ext cx="885854" cy="978538"/>
          </a:xfrm>
          <a:prstGeom prst="rect">
            <a:avLst/>
          </a:prstGeom>
        </p:spPr>
      </p:pic>
      <p:sp>
        <p:nvSpPr>
          <p:cNvPr id="19" name="L 形 18">
            <a:extLst>
              <a:ext uri="{FF2B5EF4-FFF2-40B4-BE49-F238E27FC236}">
                <a16:creationId xmlns:a16="http://schemas.microsoft.com/office/drawing/2014/main" id="{605CCC89-36B0-4F0C-BFC4-FEEA5B65EAE1}"/>
              </a:ext>
            </a:extLst>
          </p:cNvPr>
          <p:cNvSpPr/>
          <p:nvPr userDrawn="1"/>
        </p:nvSpPr>
        <p:spPr>
          <a:xfrm rot="5400000">
            <a:off x="8336615" y="1412479"/>
            <a:ext cx="701032" cy="71821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21" name="文本占位符 20">
            <a:extLst>
              <a:ext uri="{FF2B5EF4-FFF2-40B4-BE49-F238E27FC236}">
                <a16:creationId xmlns:a16="http://schemas.microsoft.com/office/drawing/2014/main" id="{B4FC310E-9E1A-42F0-B213-973767A486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2735" y="1435923"/>
            <a:ext cx="5765288" cy="7010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398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填写课程标题</a:t>
            </a:r>
            <a:endParaRPr lang="en-US" altLang="zh-CN" dirty="0"/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ACEEA18D-8730-4D21-BCE0-1E96E97BE3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2736" y="2026787"/>
            <a:ext cx="3979829" cy="12534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599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017" indent="0">
              <a:buNone/>
              <a:defRPr sz="1999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034" indent="0">
              <a:buNone/>
              <a:defRPr sz="1999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051" indent="0">
              <a:buNone/>
              <a:defRPr sz="1999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068" indent="0">
              <a:buNone/>
              <a:defRPr sz="1999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——</a:t>
            </a:r>
            <a:r>
              <a:rPr lang="zh-CN" altLang="en-US" dirty="0"/>
              <a:t>填写副标题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07263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CBC414F-6683-4FD2-9439-99F52CDA65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88495AA-6826-440C-9FD9-33DF8A2E82CF}"/>
              </a:ext>
            </a:extLst>
          </p:cNvPr>
          <p:cNvSpPr/>
          <p:nvPr userDrawn="1"/>
        </p:nvSpPr>
        <p:spPr>
          <a:xfrm>
            <a:off x="0" y="-7620"/>
            <a:ext cx="12196763" cy="6857999"/>
          </a:xfrm>
          <a:prstGeom prst="rect">
            <a:avLst/>
          </a:prstGeom>
          <a:solidFill>
            <a:schemeClr val="bg2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799" dirty="0">
              <a:solidFill>
                <a:srgbClr val="666666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2937C1-B27A-4D7F-8702-E724BD6CD6B7}"/>
              </a:ext>
            </a:extLst>
          </p:cNvPr>
          <p:cNvSpPr/>
          <p:nvPr userDrawn="1"/>
        </p:nvSpPr>
        <p:spPr>
          <a:xfrm>
            <a:off x="5602888" y="-15240"/>
            <a:ext cx="5303553" cy="6873240"/>
          </a:xfrm>
          <a:prstGeom prst="rect">
            <a:avLst/>
          </a:prstGeom>
          <a:solidFill>
            <a:srgbClr val="CED4E0">
              <a:alpha val="6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599" b="1" dirty="0">
              <a:solidFill>
                <a:sysClr val="windowText" lastClr="000000"/>
              </a:solidFill>
              <a:latin typeface="黑体" panose="02010609060101010101" pitchFamily="49" charset="-122"/>
            </a:endParaRPr>
          </a:p>
        </p:txBody>
      </p:sp>
      <p:sp>
        <p:nvSpPr>
          <p:cNvPr id="41" name="文本占位符 40">
            <a:extLst>
              <a:ext uri="{FF2B5EF4-FFF2-40B4-BE49-F238E27FC236}">
                <a16:creationId xmlns:a16="http://schemas.microsoft.com/office/drawing/2014/main" id="{46CD9A41-8215-42B5-A8D1-19F0430351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05981" y="1672168"/>
            <a:ext cx="2726802" cy="1041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599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3599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3599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3599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3599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  录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42D93E3-4F5D-4B08-926C-C38DD926A432}"/>
              </a:ext>
            </a:extLst>
          </p:cNvPr>
          <p:cNvCxnSpPr>
            <a:cxnSpLocks/>
          </p:cNvCxnSpPr>
          <p:nvPr userDrawn="1"/>
        </p:nvCxnSpPr>
        <p:spPr>
          <a:xfrm>
            <a:off x="1900140" y="2339736"/>
            <a:ext cx="213848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占位符 33">
            <a:extLst>
              <a:ext uri="{FF2B5EF4-FFF2-40B4-BE49-F238E27FC236}">
                <a16:creationId xmlns:a16="http://schemas.microsoft.com/office/drawing/2014/main" id="{F41AD96A-BFE3-46C8-B44A-B7ECCDBD71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8590" y="1285875"/>
            <a:ext cx="3156548" cy="3710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399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此处输入章节标题</a:t>
            </a:r>
          </a:p>
        </p:txBody>
      </p:sp>
      <p:sp>
        <p:nvSpPr>
          <p:cNvPr id="32" name="文本占位符 33">
            <a:extLst>
              <a:ext uri="{FF2B5EF4-FFF2-40B4-BE49-F238E27FC236}">
                <a16:creationId xmlns:a16="http://schemas.microsoft.com/office/drawing/2014/main" id="{FCC9915D-B13D-4354-9083-79E43D218D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28590" y="2447219"/>
            <a:ext cx="3156548" cy="3710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399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此处输入章节标题</a:t>
            </a:r>
          </a:p>
        </p:txBody>
      </p:sp>
      <p:sp>
        <p:nvSpPr>
          <p:cNvPr id="33" name="文本占位符 33">
            <a:extLst>
              <a:ext uri="{FF2B5EF4-FFF2-40B4-BE49-F238E27FC236}">
                <a16:creationId xmlns:a16="http://schemas.microsoft.com/office/drawing/2014/main" id="{5890D954-8981-41B2-9008-441E560AB9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590" y="3608563"/>
            <a:ext cx="3156548" cy="3710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399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此处输入章节标题</a:t>
            </a:r>
          </a:p>
        </p:txBody>
      </p:sp>
      <p:sp>
        <p:nvSpPr>
          <p:cNvPr id="36" name="文本占位符 33">
            <a:extLst>
              <a:ext uri="{FF2B5EF4-FFF2-40B4-BE49-F238E27FC236}">
                <a16:creationId xmlns:a16="http://schemas.microsoft.com/office/drawing/2014/main" id="{B5A35E0A-6DCE-40D0-A49A-541B116230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8590" y="4769906"/>
            <a:ext cx="3156548" cy="3710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399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此处输入章节标题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17E9522-4C0E-4E36-8094-2143252ED5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96" y="95009"/>
            <a:ext cx="885854" cy="97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500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76C204C-0C16-4150-B1D8-E9C23D0F1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B162AE0-D07C-41AD-8566-A01F25AF4AB5}"/>
              </a:ext>
            </a:extLst>
          </p:cNvPr>
          <p:cNvSpPr/>
          <p:nvPr userDrawn="1"/>
        </p:nvSpPr>
        <p:spPr>
          <a:xfrm>
            <a:off x="0" y="-126999"/>
            <a:ext cx="12196763" cy="6994624"/>
          </a:xfrm>
          <a:prstGeom prst="rect">
            <a:avLst/>
          </a:prstGeom>
          <a:solidFill>
            <a:schemeClr val="bg2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799">
              <a:solidFill>
                <a:srgbClr val="666666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413419-F2DA-44D6-8097-8E4DC9D9F57D}"/>
              </a:ext>
            </a:extLst>
          </p:cNvPr>
          <p:cNvSpPr/>
          <p:nvPr userDrawn="1"/>
        </p:nvSpPr>
        <p:spPr>
          <a:xfrm>
            <a:off x="0" y="1788705"/>
            <a:ext cx="12196763" cy="2220262"/>
          </a:xfrm>
          <a:prstGeom prst="rect">
            <a:avLst/>
          </a:prstGeom>
          <a:solidFill>
            <a:srgbClr val="CED4E0">
              <a:alpha val="6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3599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9FB3E1A-ABEC-4A8C-B438-CEF849FF68EB}"/>
              </a:ext>
            </a:extLst>
          </p:cNvPr>
          <p:cNvCxnSpPr>
            <a:cxnSpLocks/>
          </p:cNvCxnSpPr>
          <p:nvPr/>
        </p:nvCxnSpPr>
        <p:spPr>
          <a:xfrm>
            <a:off x="4126996" y="2927290"/>
            <a:ext cx="3875013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9EF5E1-DC12-4918-ACB3-95B91220B9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8163" y="2299231"/>
            <a:ext cx="2832676" cy="5795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599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3599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3599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3599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3599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第一部分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9984216-5D48-4E4B-AB88-FCC107330C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10476" y="3039005"/>
            <a:ext cx="3308055" cy="5027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399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399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399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399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399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输入章节标题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6C981CA-C6B6-4E65-8113-52C3090113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96" y="95009"/>
            <a:ext cx="885854" cy="97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2969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A8D364C-9FD2-45A5-9C3E-E43427186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45"/>
          <a:stretch/>
        </p:blipFill>
        <p:spPr>
          <a:xfrm>
            <a:off x="1" y="0"/>
            <a:ext cx="3336457" cy="6858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FE040A4-436D-4169-8E4C-011119AFED4F}"/>
              </a:ext>
            </a:extLst>
          </p:cNvPr>
          <p:cNvSpPr/>
          <p:nvPr userDrawn="1"/>
        </p:nvSpPr>
        <p:spPr>
          <a:xfrm>
            <a:off x="1" y="4"/>
            <a:ext cx="3336457" cy="6857999"/>
          </a:xfrm>
          <a:prstGeom prst="rect">
            <a:avLst/>
          </a:prstGeom>
          <a:solidFill>
            <a:schemeClr val="bg2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799" dirty="0">
              <a:solidFill>
                <a:srgbClr val="666666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2C1748F-68DA-438C-B04D-E3D66A514C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96" y="95011"/>
            <a:ext cx="991773" cy="1095539"/>
          </a:xfrm>
          <a:prstGeom prst="rect">
            <a:avLst/>
          </a:prstGeom>
        </p:spPr>
      </p:pic>
      <p:sp>
        <p:nvSpPr>
          <p:cNvPr id="18" name="文本占位符 11">
            <a:extLst>
              <a:ext uri="{FF2B5EF4-FFF2-40B4-BE49-F238E27FC236}">
                <a16:creationId xmlns:a16="http://schemas.microsoft.com/office/drawing/2014/main" id="{DBD0E5B5-427B-478C-9EDF-639CE77677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9053" y="277079"/>
            <a:ext cx="8475115" cy="4190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799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双击以添加标题</a:t>
            </a:r>
          </a:p>
        </p:txBody>
      </p:sp>
    </p:spTree>
    <p:extLst>
      <p:ext uri="{BB962C8B-B14F-4D97-AF65-F5344CB8AC3E}">
        <p14:creationId xmlns:p14="http://schemas.microsoft.com/office/powerpoint/2010/main" val="34763211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F42E61D-5AC9-405E-B5A3-38C4DF859A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1746F83-3C7E-4060-AC6F-4A7A97E0A6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96" y="95009"/>
            <a:ext cx="885854" cy="978538"/>
          </a:xfrm>
          <a:prstGeom prst="rect">
            <a:avLst/>
          </a:prstGeom>
        </p:spPr>
      </p:pic>
      <p:sp>
        <p:nvSpPr>
          <p:cNvPr id="19" name="L 形 18">
            <a:extLst>
              <a:ext uri="{FF2B5EF4-FFF2-40B4-BE49-F238E27FC236}">
                <a16:creationId xmlns:a16="http://schemas.microsoft.com/office/drawing/2014/main" id="{605CCC89-36B0-4F0C-BFC4-FEEA5B65EAE1}"/>
              </a:ext>
            </a:extLst>
          </p:cNvPr>
          <p:cNvSpPr/>
          <p:nvPr userDrawn="1"/>
        </p:nvSpPr>
        <p:spPr>
          <a:xfrm rot="5400000">
            <a:off x="8336615" y="1412479"/>
            <a:ext cx="701032" cy="71821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21" name="文本占位符 20">
            <a:extLst>
              <a:ext uri="{FF2B5EF4-FFF2-40B4-BE49-F238E27FC236}">
                <a16:creationId xmlns:a16="http://schemas.microsoft.com/office/drawing/2014/main" id="{B4FC310E-9E1A-42F0-B213-973767A486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2735" y="1435923"/>
            <a:ext cx="5765288" cy="7010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396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填写课程标题</a:t>
            </a:r>
            <a:endParaRPr lang="en-US" altLang="zh-CN" dirty="0"/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ACEEA18D-8730-4D21-BCE0-1E96E97BE3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2737" y="2026789"/>
            <a:ext cx="3979829" cy="12534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598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6834" indent="0">
              <a:buNone/>
              <a:defRPr sz="1998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3668" indent="0">
              <a:buNone/>
              <a:defRPr sz="1998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0503" indent="0">
              <a:buNone/>
              <a:defRPr sz="1998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7337" indent="0">
              <a:buNone/>
              <a:defRPr sz="1998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——</a:t>
            </a:r>
            <a:r>
              <a:rPr lang="zh-CN" altLang="en-US" dirty="0"/>
              <a:t>填写副标题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50349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CBC414F-6683-4FD2-9439-99F52CDA65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88495AA-6826-440C-9FD9-33DF8A2E82CF}"/>
              </a:ext>
            </a:extLst>
          </p:cNvPr>
          <p:cNvSpPr/>
          <p:nvPr userDrawn="1"/>
        </p:nvSpPr>
        <p:spPr>
          <a:xfrm>
            <a:off x="0" y="-7620"/>
            <a:ext cx="12196763" cy="6857999"/>
          </a:xfrm>
          <a:prstGeom prst="rect">
            <a:avLst/>
          </a:prstGeom>
          <a:solidFill>
            <a:schemeClr val="bg2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798" dirty="0">
              <a:solidFill>
                <a:srgbClr val="666666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2937C1-B27A-4D7F-8702-E724BD6CD6B7}"/>
              </a:ext>
            </a:extLst>
          </p:cNvPr>
          <p:cNvSpPr/>
          <p:nvPr userDrawn="1"/>
        </p:nvSpPr>
        <p:spPr>
          <a:xfrm>
            <a:off x="5602888" y="-15240"/>
            <a:ext cx="5303553" cy="6873240"/>
          </a:xfrm>
          <a:prstGeom prst="rect">
            <a:avLst/>
          </a:prstGeom>
          <a:solidFill>
            <a:srgbClr val="CED4E0">
              <a:alpha val="6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598" b="1" dirty="0">
              <a:solidFill>
                <a:sysClr val="windowText" lastClr="000000"/>
              </a:solidFill>
              <a:latin typeface="黑体" panose="02010609060101010101" pitchFamily="49" charset="-122"/>
            </a:endParaRPr>
          </a:p>
        </p:txBody>
      </p:sp>
      <p:sp>
        <p:nvSpPr>
          <p:cNvPr id="41" name="文本占位符 40">
            <a:extLst>
              <a:ext uri="{FF2B5EF4-FFF2-40B4-BE49-F238E27FC236}">
                <a16:creationId xmlns:a16="http://schemas.microsoft.com/office/drawing/2014/main" id="{46CD9A41-8215-42B5-A8D1-19F0430351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05982" y="1672168"/>
            <a:ext cx="2726802" cy="1041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598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3598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3598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3598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3598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  录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42D93E3-4F5D-4B08-926C-C38DD926A432}"/>
              </a:ext>
            </a:extLst>
          </p:cNvPr>
          <p:cNvCxnSpPr>
            <a:cxnSpLocks/>
          </p:cNvCxnSpPr>
          <p:nvPr userDrawn="1"/>
        </p:nvCxnSpPr>
        <p:spPr>
          <a:xfrm>
            <a:off x="1900140" y="2339736"/>
            <a:ext cx="213848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占位符 33">
            <a:extLst>
              <a:ext uri="{FF2B5EF4-FFF2-40B4-BE49-F238E27FC236}">
                <a16:creationId xmlns:a16="http://schemas.microsoft.com/office/drawing/2014/main" id="{F41AD96A-BFE3-46C8-B44A-B7ECCDBD71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8591" y="1285875"/>
            <a:ext cx="3156548" cy="3710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398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此处输入章节标题</a:t>
            </a:r>
          </a:p>
        </p:txBody>
      </p:sp>
      <p:sp>
        <p:nvSpPr>
          <p:cNvPr id="32" name="文本占位符 33">
            <a:extLst>
              <a:ext uri="{FF2B5EF4-FFF2-40B4-BE49-F238E27FC236}">
                <a16:creationId xmlns:a16="http://schemas.microsoft.com/office/drawing/2014/main" id="{FCC9915D-B13D-4354-9083-79E43D218D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28591" y="2447219"/>
            <a:ext cx="3156548" cy="3710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398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此处输入章节标题</a:t>
            </a:r>
          </a:p>
        </p:txBody>
      </p:sp>
      <p:sp>
        <p:nvSpPr>
          <p:cNvPr id="33" name="文本占位符 33">
            <a:extLst>
              <a:ext uri="{FF2B5EF4-FFF2-40B4-BE49-F238E27FC236}">
                <a16:creationId xmlns:a16="http://schemas.microsoft.com/office/drawing/2014/main" id="{5890D954-8981-41B2-9008-441E560AB9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591" y="3608563"/>
            <a:ext cx="3156548" cy="3710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398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此处输入章节标题</a:t>
            </a:r>
          </a:p>
        </p:txBody>
      </p:sp>
      <p:sp>
        <p:nvSpPr>
          <p:cNvPr id="36" name="文本占位符 33">
            <a:extLst>
              <a:ext uri="{FF2B5EF4-FFF2-40B4-BE49-F238E27FC236}">
                <a16:creationId xmlns:a16="http://schemas.microsoft.com/office/drawing/2014/main" id="{B5A35E0A-6DCE-40D0-A49A-541B116230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8591" y="4769906"/>
            <a:ext cx="3156548" cy="3710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398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此处输入章节标题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17E9522-4C0E-4E36-8094-2143252ED5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96" y="95009"/>
            <a:ext cx="885854" cy="97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9707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76C204C-0C16-4150-B1D8-E9C23D0F1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B162AE0-D07C-41AD-8566-A01F25AF4AB5}"/>
              </a:ext>
            </a:extLst>
          </p:cNvPr>
          <p:cNvSpPr/>
          <p:nvPr userDrawn="1"/>
        </p:nvSpPr>
        <p:spPr>
          <a:xfrm>
            <a:off x="0" y="-126999"/>
            <a:ext cx="12196763" cy="6994624"/>
          </a:xfrm>
          <a:prstGeom prst="rect">
            <a:avLst/>
          </a:prstGeom>
          <a:solidFill>
            <a:schemeClr val="bg2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798">
              <a:solidFill>
                <a:srgbClr val="666666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413419-F2DA-44D6-8097-8E4DC9D9F57D}"/>
              </a:ext>
            </a:extLst>
          </p:cNvPr>
          <p:cNvSpPr/>
          <p:nvPr userDrawn="1"/>
        </p:nvSpPr>
        <p:spPr>
          <a:xfrm>
            <a:off x="0" y="1788705"/>
            <a:ext cx="12196763" cy="2220262"/>
          </a:xfrm>
          <a:prstGeom prst="rect">
            <a:avLst/>
          </a:prstGeom>
          <a:solidFill>
            <a:srgbClr val="CED4E0">
              <a:alpha val="6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3598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9FB3E1A-ABEC-4A8C-B438-CEF849FF68EB}"/>
              </a:ext>
            </a:extLst>
          </p:cNvPr>
          <p:cNvCxnSpPr>
            <a:cxnSpLocks/>
          </p:cNvCxnSpPr>
          <p:nvPr/>
        </p:nvCxnSpPr>
        <p:spPr>
          <a:xfrm>
            <a:off x="4126997" y="2927290"/>
            <a:ext cx="3875013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9EF5E1-DC12-4918-ACB3-95B91220B9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8163" y="2299233"/>
            <a:ext cx="2832676" cy="5795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598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3598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3598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3598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3598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第一部分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9984216-5D48-4E4B-AB88-FCC107330C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10477" y="3039005"/>
            <a:ext cx="3308055" cy="5027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398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398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398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398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398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输入章节标题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6C981CA-C6B6-4E65-8113-52C3090113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96" y="95009"/>
            <a:ext cx="885854" cy="97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767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BA65195-725E-49FE-B803-1360D7ED75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14CE223-8B99-4663-88DA-99716297F8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47" y="183394"/>
            <a:ext cx="516138" cy="570139"/>
          </a:xfrm>
          <a:prstGeom prst="rect">
            <a:avLst/>
          </a:prstGeom>
        </p:spPr>
      </p:pic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D8783FAD-473B-4342-BE78-E93ABD39CC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987" y="277079"/>
            <a:ext cx="10748397" cy="4190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双击以添加标题</a:t>
            </a:r>
          </a:p>
        </p:txBody>
      </p:sp>
      <p:sp>
        <p:nvSpPr>
          <p:cNvPr id="14" name="内容占位符 13">
            <a:extLst>
              <a:ext uri="{FF2B5EF4-FFF2-40B4-BE49-F238E27FC236}">
                <a16:creationId xmlns:a16="http://schemas.microsoft.com/office/drawing/2014/main" id="{2562A97E-048C-4410-B49A-109846337E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9227" y="1030612"/>
            <a:ext cx="11129920" cy="534076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998"/>
            </a:lvl1pPr>
            <a:lvl2pPr>
              <a:defRPr sz="1798"/>
            </a:lvl2pPr>
            <a:lvl3pPr>
              <a:defRPr sz="1598"/>
            </a:lvl3pPr>
            <a:lvl4pPr>
              <a:defRPr sz="1398"/>
            </a:lvl4pPr>
            <a:lvl5pPr>
              <a:defRPr sz="1398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EDCDF5AB-9FAC-42E0-9615-78E762A6A569}"/>
              </a:ext>
            </a:extLst>
          </p:cNvPr>
          <p:cNvSpPr txBox="1"/>
          <p:nvPr userDrawn="1"/>
        </p:nvSpPr>
        <p:spPr>
          <a:xfrm>
            <a:off x="1002728" y="6475477"/>
            <a:ext cx="1464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1000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F5C72066-5359-4876-B7F4-0AE31AFE70F5}"/>
              </a:ext>
            </a:extLst>
          </p:cNvPr>
          <p:cNvSpPr txBox="1"/>
          <p:nvPr userDrawn="1"/>
        </p:nvSpPr>
        <p:spPr>
          <a:xfrm>
            <a:off x="641249" y="6521339"/>
            <a:ext cx="499924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137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cs typeface="Arial" panose="020B0604020202020204" pitchFamily="34" charset="0"/>
              </a:rPr>
              <a:pPr defTabSz="890137"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374673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A8D364C-9FD2-45A5-9C3E-E43427186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45"/>
          <a:stretch/>
        </p:blipFill>
        <p:spPr>
          <a:xfrm>
            <a:off x="2" y="0"/>
            <a:ext cx="3336457" cy="6858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FE040A4-436D-4169-8E4C-011119AFED4F}"/>
              </a:ext>
            </a:extLst>
          </p:cNvPr>
          <p:cNvSpPr/>
          <p:nvPr userDrawn="1"/>
        </p:nvSpPr>
        <p:spPr>
          <a:xfrm>
            <a:off x="2" y="4"/>
            <a:ext cx="3336457" cy="6857999"/>
          </a:xfrm>
          <a:prstGeom prst="rect">
            <a:avLst/>
          </a:prstGeom>
          <a:solidFill>
            <a:schemeClr val="bg2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798" dirty="0">
              <a:solidFill>
                <a:srgbClr val="666666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2C1748F-68DA-438C-B04D-E3D66A514C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96" y="95013"/>
            <a:ext cx="991773" cy="1095539"/>
          </a:xfrm>
          <a:prstGeom prst="rect">
            <a:avLst/>
          </a:prstGeom>
        </p:spPr>
      </p:pic>
      <p:sp>
        <p:nvSpPr>
          <p:cNvPr id="18" name="文本占位符 11">
            <a:extLst>
              <a:ext uri="{FF2B5EF4-FFF2-40B4-BE49-F238E27FC236}">
                <a16:creationId xmlns:a16="http://schemas.microsoft.com/office/drawing/2014/main" id="{DBD0E5B5-427B-478C-9EDF-639CE77677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9054" y="277079"/>
            <a:ext cx="8475115" cy="4190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798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双击以添加标题</a:t>
            </a:r>
          </a:p>
        </p:txBody>
      </p:sp>
    </p:spTree>
    <p:extLst>
      <p:ext uri="{BB962C8B-B14F-4D97-AF65-F5344CB8AC3E}">
        <p14:creationId xmlns:p14="http://schemas.microsoft.com/office/powerpoint/2010/main" val="39722945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0777DEC-97A9-430F-B056-A97066906F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1024C8E-F9E5-4118-85E6-0521F704260F}"/>
              </a:ext>
            </a:extLst>
          </p:cNvPr>
          <p:cNvSpPr/>
          <p:nvPr userDrawn="1"/>
        </p:nvSpPr>
        <p:spPr>
          <a:xfrm>
            <a:off x="0" y="4"/>
            <a:ext cx="12196763" cy="6857999"/>
          </a:xfrm>
          <a:prstGeom prst="rect">
            <a:avLst/>
          </a:prstGeom>
          <a:solidFill>
            <a:schemeClr val="bg2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798" dirty="0">
              <a:solidFill>
                <a:srgbClr val="666666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38EC991-8862-4CF1-93D6-D9FBB61412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96" y="95013"/>
            <a:ext cx="991773" cy="1095539"/>
          </a:xfrm>
          <a:prstGeom prst="rect">
            <a:avLst/>
          </a:prstGeom>
        </p:spPr>
      </p:pic>
      <p:sp>
        <p:nvSpPr>
          <p:cNvPr id="7" name="文本占位符 2">
            <a:extLst>
              <a:ext uri="{FF2B5EF4-FFF2-40B4-BE49-F238E27FC236}">
                <a16:creationId xmlns:a16="http://schemas.microsoft.com/office/drawing/2014/main" id="{3AC7B7EC-39DD-4ED0-8861-D10A0AE0D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341" y="2751615"/>
            <a:ext cx="4056474" cy="13583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396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3598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3598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3598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3598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Thank You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928842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95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287982" y="296419"/>
            <a:ext cx="11620805" cy="871537"/>
          </a:xfrm>
          <a:prstGeom prst="rect">
            <a:avLst/>
          </a:prstGeom>
        </p:spPr>
        <p:txBody>
          <a:bodyPr lIns="91401" tIns="45702" rIns="91401" bIns="45702" anchor="ctr"/>
          <a:lstStyle>
            <a:lvl1pPr>
              <a:defRPr sz="2798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Rectangle 68"/>
          <p:cNvSpPr>
            <a:spLocks noGrp="1" noChangeArrowheads="1"/>
          </p:cNvSpPr>
          <p:nvPr>
            <p:ph idx="1"/>
          </p:nvPr>
        </p:nvSpPr>
        <p:spPr bwMode="auto">
          <a:xfrm>
            <a:off x="287982" y="1196975"/>
            <a:ext cx="11620805" cy="492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0081" tIns="30040" rIns="60081" bIns="30040" numCol="1" anchor="t" anchorCtr="0" compatLnSpc="1"/>
          <a:lstStyle>
            <a:lvl1pPr>
              <a:defRPr sz="3198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398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998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798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798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8556902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14F30-7C9B-412E-A74D-16BEFA378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</p:spPr>
        <p:txBody>
          <a:bodyPr anchor="b"/>
          <a:lstStyle>
            <a:lvl1pPr algn="ctr">
              <a:defRPr sz="5996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F013DB-BD44-43BC-A6CE-B3F14FC24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</p:spPr>
        <p:txBody>
          <a:bodyPr/>
          <a:lstStyle>
            <a:lvl1pPr marL="0" indent="0" algn="ctr">
              <a:buNone/>
              <a:defRPr sz="2398"/>
            </a:lvl1pPr>
            <a:lvl2pPr marL="456880" indent="0" algn="ctr">
              <a:buNone/>
              <a:defRPr sz="1998"/>
            </a:lvl2pPr>
            <a:lvl3pPr marL="913760" indent="0" algn="ctr">
              <a:buNone/>
              <a:defRPr sz="1798"/>
            </a:lvl3pPr>
            <a:lvl4pPr marL="1370641" indent="0" algn="ctr">
              <a:buNone/>
              <a:defRPr sz="1599"/>
            </a:lvl4pPr>
            <a:lvl5pPr marL="1827520" indent="0" algn="ctr">
              <a:buNone/>
              <a:defRPr sz="1599"/>
            </a:lvl5pPr>
            <a:lvl6pPr marL="2284400" indent="0" algn="ctr">
              <a:buNone/>
              <a:defRPr sz="1599"/>
            </a:lvl6pPr>
            <a:lvl7pPr marL="2741280" indent="0" algn="ctr">
              <a:buNone/>
              <a:defRPr sz="1599"/>
            </a:lvl7pPr>
            <a:lvl8pPr marL="3198160" indent="0" algn="ctr">
              <a:buNone/>
              <a:defRPr sz="1599"/>
            </a:lvl8pPr>
            <a:lvl9pPr marL="3655040" indent="0" algn="ctr">
              <a:buNone/>
              <a:defRPr sz="1599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CFBEA8-BB4C-4311-BA47-5F01033FA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112"/>
            <a:fld id="{2BAB6920-03B0-4E87-A7D6-E781D0DBB57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914112"/>
              <a:t>2026/10/21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F9F781-A966-498F-BBDA-A8C59E34F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112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C35622-F970-4BE8-BB53-AA82736F0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112"/>
            <a:fld id="{002B01E7-F97A-4B48-B86B-A58083E0D2C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914112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7029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4308" y="993055"/>
            <a:ext cx="11165422" cy="5352282"/>
          </a:xfrm>
        </p:spPr>
        <p:txBody>
          <a:bodyPr/>
          <a:lstStyle>
            <a:lvl1pPr>
              <a:defRPr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latin typeface="微软雅黑" pitchFamily="34" charset="-122"/>
                <a:ea typeface="微软雅黑" pitchFamily="34" charset="-122"/>
              </a:defRPr>
            </a:lvl2pPr>
            <a:lvl3pPr>
              <a:defRPr>
                <a:latin typeface="微软雅黑" pitchFamily="34" charset="-122"/>
                <a:ea typeface="微软雅黑" pitchFamily="34" charset="-122"/>
              </a:defRPr>
            </a:lvl3pPr>
            <a:lvl4pPr>
              <a:defRPr>
                <a:latin typeface="微软雅黑" pitchFamily="34" charset="-122"/>
                <a:ea typeface="微软雅黑" pitchFamily="34" charset="-122"/>
              </a:defRPr>
            </a:lvl4pPr>
            <a:lvl5pPr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941" y="6492960"/>
            <a:ext cx="488743" cy="365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12"/>
            <a:fld id="{8589C1A7-79F3-4D92-95FF-54AD5BBDF76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914112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2918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2699" indent="0" algn="ctr">
              <a:buNone/>
              <a:defRPr sz="2593"/>
            </a:lvl2pPr>
            <a:lvl3pPr marL="1185395" indent="0" algn="ctr">
              <a:buNone/>
              <a:defRPr sz="2333"/>
            </a:lvl3pPr>
            <a:lvl4pPr marL="1778093" indent="0" algn="ctr">
              <a:buNone/>
              <a:defRPr sz="2074"/>
            </a:lvl4pPr>
            <a:lvl5pPr marL="2370791" indent="0" algn="ctr">
              <a:buNone/>
              <a:defRPr sz="2074"/>
            </a:lvl5pPr>
            <a:lvl6pPr marL="2963489" indent="0" algn="ctr">
              <a:buNone/>
              <a:defRPr sz="2074"/>
            </a:lvl6pPr>
            <a:lvl7pPr marL="3556185" indent="0" algn="ctr">
              <a:buNone/>
              <a:defRPr sz="2074"/>
            </a:lvl7pPr>
            <a:lvl8pPr marL="4148886" indent="0" algn="ctr">
              <a:buNone/>
              <a:defRPr sz="2074"/>
            </a:lvl8pPr>
            <a:lvl9pPr marL="4741581" indent="0" algn="ctr">
              <a:buNone/>
              <a:defRPr sz="2074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2" y="1501995"/>
            <a:ext cx="10733556" cy="4690459"/>
          </a:xfrm>
          <a:prstGeom prst="rect">
            <a:avLst/>
          </a:prstGeom>
        </p:spPr>
        <p:txBody>
          <a:bodyPr lIns="0" tIns="0" rIns="0" bIns="0"/>
          <a:lstStyle>
            <a:lvl1pPr marL="12348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5974" algn="ctr"/>
              </a:tabLst>
              <a:defRPr sz="1795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4787" indent="-170814">
              <a:buFont typeface="Arial" panose="020B0604020202020204" pitchFamily="34" charset="0"/>
              <a:buChar char="•"/>
              <a:tabLst>
                <a:tab pos="1205974" algn="ctr"/>
              </a:tabLst>
              <a:defRPr sz="1294" baseline="0"/>
            </a:lvl2pPr>
            <a:lvl3pPr marL="524787" indent="-170814">
              <a:buFont typeface="Arial" panose="020B0604020202020204" pitchFamily="34" charset="0"/>
              <a:buChar char="•"/>
              <a:tabLst>
                <a:tab pos="1205974" algn="ctr"/>
              </a:tabLst>
              <a:defRPr sz="1294" baseline="0"/>
            </a:lvl3pPr>
            <a:lvl4pPr marL="524787" indent="-170814">
              <a:buFont typeface="Arial" panose="020B0604020202020204" pitchFamily="34" charset="0"/>
              <a:buChar char="•"/>
              <a:tabLst>
                <a:tab pos="1205974" algn="ctr"/>
              </a:tabLst>
              <a:defRPr sz="1294" baseline="0"/>
            </a:lvl4pPr>
            <a:lvl5pPr marL="524787" indent="-170814">
              <a:buFont typeface="Arial" panose="020B0604020202020204" pitchFamily="34" charset="0"/>
              <a:buChar char="•"/>
              <a:tabLst>
                <a:tab pos="1205974" algn="ctr"/>
              </a:tabLst>
              <a:defRPr sz="1294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788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4024" y="341796"/>
            <a:ext cx="10848799" cy="615553"/>
          </a:xfrm>
          <a:prstGeom prst="rect">
            <a:avLst/>
          </a:prstGeom>
        </p:spPr>
        <p:txBody>
          <a:bodyPr lIns="68557" tIns="0" rIns="0" bIns="0"/>
          <a:lstStyle>
            <a:lvl1pPr>
              <a:defRPr lang="zh-CN" altLang="en-US" sz="3996" b="0" kern="1200" dirty="0">
                <a:solidFill>
                  <a:srgbClr val="004D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59330602"/>
      </p:ext>
    </p:extLst>
  </p:cSld>
  <p:clrMapOvr>
    <a:masterClrMapping/>
  </p:clrMapOvr>
  <p:transition spd="med" advClick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21技术SP策略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41800"/>
            <a:ext cx="12196763" cy="64792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396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框 4"/>
          <p:cNvSpPr txBox="1"/>
          <p:nvPr userDrawn="1"/>
        </p:nvSpPr>
        <p:spPr>
          <a:xfrm>
            <a:off x="-86298" y="6618550"/>
            <a:ext cx="2416340" cy="239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381"/>
            <a:r>
              <a:rPr lang="en-US" altLang="zh-CN" sz="900" dirty="0">
                <a:solidFill>
                  <a:srgbClr val="1D1D1A">
                    <a:lumMod val="50000"/>
                    <a:lumOff val="50000"/>
                  </a:srgbClr>
                </a:solidFill>
              </a:rPr>
              <a:t>Huawei Confidential</a:t>
            </a:r>
            <a:endParaRPr lang="zh-CN" altLang="en-US" sz="900" dirty="0">
              <a:solidFill>
                <a:srgbClr val="1D1D1A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2602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59AE43-8096-BF49-A3DF-423FBC054CA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26024" y="1512881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172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 sz="1797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5965" marR="0" indent="-285408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39" algn="ctr"/>
              </a:tabLst>
              <a:defRPr sz="1597" baseline="0">
                <a:latin typeface="+mn-lt"/>
                <a:ea typeface="Microsoft YaHei" panose="020B0503020204020204" pitchFamily="34" charset="-122"/>
              </a:defRPr>
            </a:lvl2pPr>
            <a:lvl3pPr marL="1097258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639" algn="ctr"/>
              </a:tabLst>
              <a:defRPr sz="1296" baseline="0">
                <a:latin typeface="+mn-lt"/>
                <a:ea typeface="Microsoft YaHei" panose="020B0503020204020204" pitchFamily="34" charset="-122"/>
              </a:defRPr>
            </a:lvl3pPr>
            <a:lvl4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4pPr>
            <a:lvl5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630" marR="0" lvl="1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258" marR="0" lvl="2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258" marR="0" lvl="2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3197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188" indent="0" algn="ctr">
              <a:buNone/>
              <a:defRPr sz="2595"/>
            </a:lvl2pPr>
            <a:lvl3pPr marL="1186373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5" indent="0" algn="ctr">
              <a:buNone/>
              <a:defRPr sz="2076"/>
            </a:lvl6pPr>
            <a:lvl7pPr marL="3559122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6" indent="0" algn="ctr">
              <a:buNone/>
              <a:defRPr sz="2076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91219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9" y="1402067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96" dirty="0">
                <a:solidFill>
                  <a:srgbClr val="1D1D1A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27252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y Compact Layout (Reduced spac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35494" y="908721"/>
            <a:ext cx="11621829" cy="5256584"/>
          </a:xfrm>
          <a:prstGeom prst="rect">
            <a:avLst/>
          </a:prstGeom>
        </p:spPr>
        <p:txBody>
          <a:bodyPr>
            <a:normAutofit/>
          </a:bodyPr>
          <a:lstStyle>
            <a:lvl1pPr indent="-341691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Pct val="70000"/>
              <a:defRPr sz="2798" baseline="0">
                <a:latin typeface="+mn-lt"/>
                <a:cs typeface="Arial" panose="020B0604020202020204" pitchFamily="34" charset="0"/>
              </a:defRPr>
            </a:lvl1pPr>
            <a:lvl2pPr marL="791286" indent="-28774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5000"/>
              <a:defRPr sz="1997">
                <a:latin typeface="+mn-lt"/>
                <a:cs typeface="Arial" panose="020B0604020202020204" pitchFamily="34" charset="0"/>
              </a:defRPr>
            </a:lvl2pPr>
            <a:lvl3pPr marL="107902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ct val="40000"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330800" indent="-179838">
              <a:lnSpc>
                <a:spcPct val="80000"/>
              </a:lnSpc>
              <a:defRPr sz="120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618542" indent="-143870">
              <a:lnSpc>
                <a:spcPct val="80000"/>
              </a:lnSpc>
              <a:buClr>
                <a:schemeClr val="bg1"/>
              </a:buClr>
              <a:buSzPct val="50000"/>
              <a:buFont typeface="Arial" panose="020B0604020202020204" pitchFamily="34" charset="0"/>
              <a:buChar char="•"/>
              <a:defRPr sz="1100" i="1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altLang="zh-CN" noProof="0" dirty="0"/>
              <a:t>Level 1</a:t>
            </a:r>
          </a:p>
          <a:p>
            <a:pPr lvl="1"/>
            <a:r>
              <a:rPr lang="en-US" altLang="zh-CN" noProof="0" dirty="0"/>
              <a:t>Level 2</a:t>
            </a:r>
          </a:p>
          <a:p>
            <a:pPr lvl="2"/>
            <a:r>
              <a:rPr lang="en-US" altLang="zh-CN" noProof="0" dirty="0"/>
              <a:t>Level 3</a:t>
            </a:r>
          </a:p>
          <a:p>
            <a:pPr lvl="3"/>
            <a:r>
              <a:rPr lang="en-US" altLang="zh-CN" noProof="0" dirty="0"/>
              <a:t>Level 4</a:t>
            </a:r>
          </a:p>
          <a:p>
            <a:pPr lvl="4"/>
            <a:r>
              <a:rPr lang="en-US" altLang="zh-CN" noProof="0" dirty="0"/>
              <a:t>Level 5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C24997-70DE-4816-AEAC-B77BC22559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7930" y="44575"/>
            <a:ext cx="10180909" cy="8715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0213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8E246-8987-4B64-B616-6349F55894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2026/10/21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3168-E46B-42FA-BC62-432E5A5ABBF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86351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C47D151-4FF9-4A17-B9E2-47D29915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7" y="324758"/>
            <a:ext cx="11427861" cy="675782"/>
          </a:xfrm>
          <a:prstGeom prst="rect">
            <a:avLst/>
          </a:prstGeom>
        </p:spPr>
        <p:txBody>
          <a:bodyPr/>
          <a:lstStyle>
            <a:lvl1pPr>
              <a:defRPr sz="2597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66305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6487839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" y="0"/>
            <a:ext cx="1219471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18479" y="1636229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ctr">
              <a:defRPr sz="3198" b="0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30461" y="2415093"/>
            <a:ext cx="6535842" cy="643926"/>
          </a:xfrm>
          <a:prstGeom prst="rect">
            <a:avLst/>
          </a:prstGeom>
        </p:spPr>
        <p:txBody>
          <a:bodyPr/>
          <a:lstStyle>
            <a:lvl1pPr algn="ctr">
              <a:defRPr sz="1398">
                <a:solidFill>
                  <a:schemeClr val="bg2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4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2578" y="6078339"/>
            <a:ext cx="1749556" cy="38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00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2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7" y="907094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2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965074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1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7" y="907094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2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22678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1" y="376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7" y="907094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2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075948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1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7" y="907094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2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91881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solidFill>
          <a:schemeClr val="tx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361956"/>
          </a:xfrm>
          <a:prstGeom prst="rect">
            <a:avLst/>
          </a:prstGeom>
        </p:spPr>
        <p:txBody>
          <a:bodyPr tIns="90000" bIns="90000"/>
          <a:lstStyle>
            <a:lvl1pPr marL="412585" indent="-39862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 sz="2399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585" indent="-398620">
              <a:buFont typeface="+mj-lt"/>
              <a:buAutoNum type="arabicPeriod"/>
              <a:defRPr/>
            </a:lvl2pPr>
            <a:lvl3pPr marL="13964" indent="0">
              <a:buFont typeface="+mj-lt"/>
              <a:buNone/>
              <a:defRPr sz="2199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3964" indent="0">
              <a:buFont typeface="+mj-lt"/>
              <a:buNone/>
              <a:defRPr sz="2199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964" indent="0">
              <a:buFont typeface="+mj-lt"/>
              <a:buNone/>
              <a:defRPr sz="2199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9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7" y="630375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599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89299657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5DAA9CE-40E8-4721-B003-C70FAB3D0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82" y="261000"/>
            <a:ext cx="11160000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lnSpc>
                <a:spcPct val="100000"/>
              </a:lnSpc>
              <a:defRPr sz="2399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18822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884">
          <p15:clr>
            <a:srgbClr val="FBAE40"/>
          </p15:clr>
        </p15:guide>
        <p15:guide id="3" orient="horz" pos="391">
          <p15:clr>
            <a:srgbClr val="FBAE40"/>
          </p15:clr>
        </p15:guide>
        <p15:guide id="4" pos="326">
          <p15:clr>
            <a:srgbClr val="FBAE40"/>
          </p15:clr>
        </p15:guide>
        <p15:guide id="5" pos="7356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A6277F9-7A42-4AD4-AE38-A691017C04DC}"/>
              </a:ext>
            </a:extLst>
          </p:cNvPr>
          <p:cNvSpPr txBox="1">
            <a:spLocks/>
          </p:cNvSpPr>
          <p:nvPr userDrawn="1"/>
        </p:nvSpPr>
        <p:spPr>
          <a:xfrm>
            <a:off x="7979358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4" name="Subtitle 6">
            <a:extLst>
              <a:ext uri="{FF2B5EF4-FFF2-40B4-BE49-F238E27FC236}">
                <a16:creationId xmlns:a16="http://schemas.microsoft.com/office/drawing/2014/main" id="{CB2F6A4F-241D-4C8C-8887-00B69350EFF3}"/>
              </a:ext>
            </a:extLst>
          </p:cNvPr>
          <p:cNvSpPr txBox="1">
            <a:spLocks/>
          </p:cNvSpPr>
          <p:nvPr userDrawn="1"/>
        </p:nvSpPr>
        <p:spPr>
          <a:xfrm>
            <a:off x="7987277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299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299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299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5" name="Subtitle 6">
            <a:extLst>
              <a:ext uri="{FF2B5EF4-FFF2-40B4-BE49-F238E27FC236}">
                <a16:creationId xmlns:a16="http://schemas.microsoft.com/office/drawing/2014/main" id="{BAB18F26-C1C6-4416-A802-F2A9BC6D39BB}"/>
              </a:ext>
            </a:extLst>
          </p:cNvPr>
          <p:cNvSpPr txBox="1">
            <a:spLocks/>
          </p:cNvSpPr>
          <p:nvPr userDrawn="1"/>
        </p:nvSpPr>
        <p:spPr>
          <a:xfrm>
            <a:off x="7977673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3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0E0C43-04CB-4144-834C-F4558BB569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7"/>
            <a:ext cx="1875600" cy="411717"/>
          </a:xfrm>
          <a:prstGeom prst="rect">
            <a:avLst/>
          </a:prstGeom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6EAB0FA-3262-4525-9773-FE428173A342}"/>
              </a:ext>
            </a:extLst>
          </p:cNvPr>
          <p:cNvSpPr txBox="1"/>
          <p:nvPr userDrawn="1"/>
        </p:nvSpPr>
        <p:spPr>
          <a:xfrm>
            <a:off x="607487" y="1402066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798" dirty="0">
                <a:solidFill>
                  <a:schemeClr val="tx1"/>
                </a:solidFill>
              </a:rPr>
              <a:t>Thank you.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1670B70-E3F5-4A1E-B2C9-CFA9282ADA0C}"/>
              </a:ext>
            </a:extLst>
          </p:cNvPr>
          <p:cNvSpPr/>
          <p:nvPr userDrawn="1"/>
        </p:nvSpPr>
        <p:spPr>
          <a:xfrm>
            <a:off x="0" y="6092827"/>
            <a:ext cx="12196763" cy="7651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99"/>
          </a:p>
        </p:txBody>
      </p:sp>
    </p:spTree>
    <p:extLst>
      <p:ext uri="{BB962C8B-B14F-4D97-AF65-F5344CB8AC3E}">
        <p14:creationId xmlns:p14="http://schemas.microsoft.com/office/powerpoint/2010/main" val="396607322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标准宽度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5DAA9CE-40E8-4721-B003-C70FAB3D0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02" y="261000"/>
            <a:ext cx="11164360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lnSpc>
                <a:spcPct val="100000"/>
              </a:lnSpc>
              <a:defRPr sz="2399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159516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73516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标宽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5DAA9CE-40E8-4721-B003-C70FAB3D0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82" y="261000"/>
            <a:ext cx="11160000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lnSpc>
                <a:spcPct val="100000"/>
              </a:lnSpc>
              <a:defRPr sz="2399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05211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1标准宽度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5DAA9CE-40E8-4721-B003-C70FAB3D0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82" y="252000"/>
            <a:ext cx="11160000" cy="360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2399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30322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FEB46-B05D-450A-A170-83411F95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EE8666-ECBF-4CAF-A8E9-9FAFB45C2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68D868-3163-4E1F-91AF-58BB6568F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0D1D4-08B1-4157-84EE-50C1209D87B0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E61502-F68C-4F27-AF71-63B86DFE2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E014F6-8D0E-4BCE-B1CB-5EDC076C1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5F34C-15E9-4794-823D-1C91AFA185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3729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99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81016" y="1244339"/>
            <a:ext cx="11090275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81016" y="253328"/>
            <a:ext cx="11198225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397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793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:a16="http://schemas.microsoft.com/office/drawing/2014/main"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1111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382" y="288000"/>
            <a:ext cx="11160000" cy="36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95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2714" indent="0" algn="ctr">
              <a:buNone/>
              <a:defRPr sz="2593"/>
            </a:lvl2pPr>
            <a:lvl3pPr marL="1185424" indent="0" algn="ctr">
              <a:buNone/>
              <a:defRPr sz="2333"/>
            </a:lvl3pPr>
            <a:lvl4pPr marL="1778138" indent="0" algn="ctr">
              <a:buNone/>
              <a:defRPr sz="2074"/>
            </a:lvl4pPr>
            <a:lvl5pPr marL="2370851" indent="0" algn="ctr">
              <a:buNone/>
              <a:defRPr sz="2074"/>
            </a:lvl5pPr>
            <a:lvl6pPr marL="2963563" indent="0" algn="ctr">
              <a:buNone/>
              <a:defRPr sz="2074"/>
            </a:lvl6pPr>
            <a:lvl7pPr marL="3556275" indent="0" algn="ctr">
              <a:buNone/>
              <a:defRPr sz="2074"/>
            </a:lvl7pPr>
            <a:lvl8pPr marL="4148989" indent="0" algn="ctr">
              <a:buNone/>
              <a:defRPr sz="2074"/>
            </a:lvl8pPr>
            <a:lvl9pPr marL="4741701" indent="0" algn="ctr">
              <a:buNone/>
              <a:defRPr sz="2074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5245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36600" y="365127"/>
            <a:ext cx="10731500" cy="108782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单击此处添加标题</a:t>
            </a:r>
            <a:endParaRPr lang="en-US" altLang="zh-CN" dirty="0"/>
          </a:p>
        </p:txBody>
      </p:sp>
      <p:grpSp>
        <p:nvGrpSpPr>
          <p:cNvPr id="67" name="Group 46"/>
          <p:cNvGrpSpPr>
            <a:grpSpLocks noChangeAspect="1"/>
          </p:cNvGrpSpPr>
          <p:nvPr/>
        </p:nvGrpSpPr>
        <p:grpSpPr>
          <a:xfrm>
            <a:off x="12295786" y="2625391"/>
            <a:ext cx="1963324" cy="4233515"/>
            <a:chOff x="5343883" y="-48857"/>
            <a:chExt cx="3263588" cy="7037279"/>
          </a:xfrm>
        </p:grpSpPr>
        <p:sp>
          <p:nvSpPr>
            <p:cNvPr id="68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69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0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1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2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3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4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5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6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7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8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79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0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1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2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3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4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5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6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7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8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89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0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1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2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3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4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5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6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7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8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99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00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1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2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03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4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736599" y="1498600"/>
            <a:ext cx="10731500" cy="4699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/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/>
            </a:lvl3pPr>
          </a:lstStyle>
          <a:p>
            <a:pPr lvl="0"/>
            <a:r>
              <a:rPr lang="zh-CN" altLang="en-US"/>
              <a:t>单击此处添加文本</a:t>
            </a:r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</a:pPr>
            <a:r>
              <a:rPr lang="zh-CN" altLang="en-US"/>
              <a:t>单击此处添加文本</a:t>
            </a:r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</a:pPr>
            <a:r>
              <a:rPr lang="zh-CN" altLang="en-US"/>
              <a:t>单击此处添加文本</a:t>
            </a:r>
          </a:p>
        </p:txBody>
      </p:sp>
    </p:spTree>
    <p:extLst>
      <p:ext uri="{BB962C8B-B14F-4D97-AF65-F5344CB8AC3E}">
        <p14:creationId xmlns:p14="http://schemas.microsoft.com/office/powerpoint/2010/main" val="88930101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8" y="1402067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4800" dirty="0">
                <a:solidFill>
                  <a:srgbClr val="1D1D1A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3709190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标准宽度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382" y="271407"/>
            <a:ext cx="11160000" cy="36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99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1947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2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7" y="907094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2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873645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C8B8F-92BF-4CAB-AFE5-ADA85E2F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46EEA9-B4F9-4C01-BF31-A7257AEA4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11E6F1-314D-473F-8853-BDC03DE47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294B6-3854-439A-B564-296965182145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515C8C-BB1D-4105-8D93-021BD116C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43DC23-23F2-43A5-8253-224EE4F7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5D0E-6B63-4841-A850-4EB2668FF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35131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灯片编号占位符 2"/>
          <p:cNvSpPr txBox="1"/>
          <p:nvPr userDrawn="1"/>
        </p:nvSpPr>
        <p:spPr>
          <a:xfrm>
            <a:off x="11391654" y="6544200"/>
            <a:ext cx="457323" cy="234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348389" y="1311864"/>
            <a:ext cx="5380951" cy="5035257"/>
          </a:xfrm>
          <a:prstGeom prst="rect">
            <a:avLst/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gradFill flip="none" rotWithShape="1">
              <a:gsLst>
                <a:gs pos="0">
                  <a:srgbClr val="666666">
                    <a:lumMod val="60000"/>
                    <a:lumOff val="40000"/>
                    <a:alpha val="80000"/>
                  </a:srgbClr>
                </a:gs>
                <a:gs pos="100000">
                  <a:srgbClr val="666666">
                    <a:lumMod val="60000"/>
                    <a:lumOff val="40000"/>
                    <a:alpha val="40000"/>
                  </a:srgbClr>
                </a:gs>
              </a:gsLst>
              <a:lin ang="0" scaled="0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72000" tIns="72000" rIns="72000" bIns="72000" anchor="t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1" i="0" u="none" strike="noStrike" kern="1200" spc="0" baseline="0">
                <a:solidFill>
                  <a:srgbClr val="1D1D1A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DDDDD">
                    <a:lumMod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注释</a:t>
            </a:r>
          </a:p>
        </p:txBody>
      </p:sp>
      <p:sp>
        <p:nvSpPr>
          <p:cNvPr id="6" name="梯形 5"/>
          <p:cNvSpPr/>
          <p:nvPr userDrawn="1"/>
        </p:nvSpPr>
        <p:spPr>
          <a:xfrm>
            <a:off x="347187" y="1006078"/>
            <a:ext cx="5380951" cy="305786"/>
          </a:xfrm>
          <a:prstGeom prst="trapezoid">
            <a:avLst>
              <a:gd name="adj" fmla="val 172380"/>
            </a:avLst>
          </a:prstGeom>
          <a:gradFill>
            <a:gsLst>
              <a:gs pos="100000">
                <a:srgbClr val="A3A3A3">
                  <a:alpha val="20000"/>
                </a:srgbClr>
              </a:gs>
              <a:gs pos="0">
                <a:srgbClr val="F2F2F2">
                  <a:alpha val="0"/>
                </a:srgbClr>
              </a:gs>
            </a:gsLst>
            <a:lin ang="5400000" scaled="0"/>
          </a:gradFill>
          <a:ln w="3175">
            <a:gradFill>
              <a:gsLst>
                <a:gs pos="100000">
                  <a:srgbClr val="666666">
                    <a:lumMod val="60000"/>
                    <a:lumOff val="40000"/>
                    <a:alpha val="30000"/>
                  </a:srgbClr>
                </a:gs>
                <a:gs pos="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0"/>
            </a:gradFill>
          </a:ln>
        </p:spPr>
        <p:txBody>
          <a:bodyPr vert="horz" wrap="square" lIns="91404" tIns="45702" rIns="91404" bIns="45702" numCol="1" anchor="ctr" anchorCtr="0" compatLnSpc="1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7000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子标题</a:t>
            </a: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2239227" y="1311864"/>
            <a:ext cx="1599273" cy="0"/>
          </a:xfrm>
          <a:prstGeom prst="line">
            <a:avLst/>
          </a:prstGeom>
          <a:noFill/>
          <a:ln w="19050" cap="flat" cmpd="sng" algn="ctr">
            <a:solidFill>
              <a:srgbClr val="C7000B"/>
            </a:solidFill>
            <a:prstDash val="solid"/>
            <a:miter lim="800000"/>
          </a:ln>
          <a:effectLst/>
        </p:spPr>
      </p:cxnSp>
      <p:grpSp>
        <p:nvGrpSpPr>
          <p:cNvPr id="8" name="组合 7"/>
          <p:cNvGrpSpPr/>
          <p:nvPr userDrawn="1"/>
        </p:nvGrpSpPr>
        <p:grpSpPr>
          <a:xfrm>
            <a:off x="5983115" y="2199875"/>
            <a:ext cx="232337" cy="3662779"/>
            <a:chOff x="4245146" y="1593732"/>
            <a:chExt cx="232337" cy="3662779"/>
          </a:xfrm>
        </p:grpSpPr>
        <p:grpSp>
          <p:nvGrpSpPr>
            <p:cNvPr id="9" name="组合 8"/>
            <p:cNvGrpSpPr/>
            <p:nvPr/>
          </p:nvGrpSpPr>
          <p:grpSpPr>
            <a:xfrm>
              <a:off x="4278297" y="1593732"/>
              <a:ext cx="199186" cy="397169"/>
              <a:chOff x="5699049" y="5346699"/>
              <a:chExt cx="280148" cy="397324"/>
            </a:xfrm>
          </p:grpSpPr>
          <p:sp>
            <p:nvSpPr>
              <p:cNvPr id="16" name="梯形 15"/>
              <p:cNvSpPr/>
              <p:nvPr/>
            </p:nvSpPr>
            <p:spPr>
              <a:xfrm rot="16200000" flipH="1" flipV="1">
                <a:off x="5680903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  <p:sp>
            <p:nvSpPr>
              <p:cNvPr id="17" name="梯形 16"/>
              <p:cNvSpPr/>
              <p:nvPr/>
            </p:nvSpPr>
            <p:spPr>
              <a:xfrm rot="16200000" flipH="1" flipV="1">
                <a:off x="5600019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245146" y="3157495"/>
              <a:ext cx="199186" cy="397169"/>
              <a:chOff x="5699049" y="5346699"/>
              <a:chExt cx="280148" cy="397324"/>
            </a:xfrm>
          </p:grpSpPr>
          <p:sp>
            <p:nvSpPr>
              <p:cNvPr id="14" name="梯形 13"/>
              <p:cNvSpPr/>
              <p:nvPr/>
            </p:nvSpPr>
            <p:spPr>
              <a:xfrm rot="16200000" flipH="1" flipV="1">
                <a:off x="5680903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  <p:sp>
            <p:nvSpPr>
              <p:cNvPr id="15" name="梯形 14"/>
              <p:cNvSpPr/>
              <p:nvPr/>
            </p:nvSpPr>
            <p:spPr>
              <a:xfrm rot="16200000" flipH="1" flipV="1">
                <a:off x="5600019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4245146" y="4859342"/>
              <a:ext cx="199186" cy="397169"/>
              <a:chOff x="5699049" y="5346699"/>
              <a:chExt cx="280148" cy="397324"/>
            </a:xfrm>
          </p:grpSpPr>
          <p:sp>
            <p:nvSpPr>
              <p:cNvPr id="12" name="梯形 11"/>
              <p:cNvSpPr/>
              <p:nvPr/>
            </p:nvSpPr>
            <p:spPr>
              <a:xfrm rot="16200000" flipH="1" flipV="1">
                <a:off x="5680903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  <p:sp>
            <p:nvSpPr>
              <p:cNvPr id="13" name="梯形 12"/>
              <p:cNvSpPr/>
              <p:nvPr/>
            </p:nvSpPr>
            <p:spPr>
              <a:xfrm rot="16200000" flipH="1" flipV="1">
                <a:off x="5600019" y="5445729"/>
                <a:ext cx="397324" cy="199264"/>
              </a:xfrm>
              <a:prstGeom prst="trapezoid">
                <a:avLst>
                  <a:gd name="adj" fmla="val 148455"/>
                </a:avLst>
              </a:prstGeom>
              <a:gradFill flip="none" rotWithShape="1">
                <a:gsLst>
                  <a:gs pos="0">
                    <a:srgbClr val="C7000B">
                      <a:alpha val="20000"/>
                    </a:srgbClr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rgbClr val="C7000B">
                        <a:alpha val="0"/>
                      </a:srgbClr>
                    </a:gs>
                    <a:gs pos="100000">
                      <a:srgbClr val="C7000B">
                        <a:alpha val="31000"/>
                      </a:srgbClr>
                    </a:gs>
                  </a:gsLst>
                  <a:lin ang="16200000" scaled="1"/>
                  <a:tileRect/>
                </a:gradFill>
                <a:miter lim="800000"/>
              </a:ln>
            </p:spPr>
            <p:txBody>
              <a:bodyPr lIns="121878" tIns="60939" rIns="121878" bIns="60939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EBEBEB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+mn-cs"/>
                </a:endParaRPr>
              </a:p>
            </p:txBody>
          </p:sp>
        </p:grpSp>
      </p:grpSp>
      <p:sp>
        <p:nvSpPr>
          <p:cNvPr id="18" name="矩形 17"/>
          <p:cNvSpPr/>
          <p:nvPr userDrawn="1"/>
        </p:nvSpPr>
        <p:spPr>
          <a:xfrm>
            <a:off x="6469828" y="1311864"/>
            <a:ext cx="5380951" cy="5035257"/>
          </a:xfrm>
          <a:prstGeom prst="rect">
            <a:avLst/>
          </a:prstGeom>
          <a:gradFill flip="none" rotWithShape="1">
            <a:gsLst>
              <a:gs pos="38000">
                <a:srgbClr val="666666">
                  <a:lumMod val="60000"/>
                  <a:lumOff val="40000"/>
                  <a:alpha val="0"/>
                </a:srgbClr>
              </a:gs>
              <a:gs pos="100000">
                <a:srgbClr val="666666">
                  <a:lumMod val="60000"/>
                  <a:lumOff val="40000"/>
                  <a:alpha val="10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gradFill flip="none" rotWithShape="1">
              <a:gsLst>
                <a:gs pos="0">
                  <a:srgbClr val="666666">
                    <a:lumMod val="60000"/>
                    <a:lumOff val="40000"/>
                    <a:alpha val="80000"/>
                  </a:srgbClr>
                </a:gs>
                <a:gs pos="100000">
                  <a:srgbClr val="666666">
                    <a:lumMod val="60000"/>
                    <a:lumOff val="40000"/>
                    <a:alpha val="40000"/>
                  </a:srgbClr>
                </a:gs>
              </a:gsLst>
              <a:lin ang="0" scaled="0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72000" tIns="72000" rIns="72000" bIns="72000" anchor="t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1" i="0" u="none" strike="noStrike" kern="1200" spc="0" baseline="0">
                <a:solidFill>
                  <a:srgbClr val="1D1D1A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DDDDD">
                    <a:lumMod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注释</a:t>
            </a:r>
          </a:p>
        </p:txBody>
      </p:sp>
      <p:sp>
        <p:nvSpPr>
          <p:cNvPr id="19" name="梯形 18"/>
          <p:cNvSpPr/>
          <p:nvPr userDrawn="1"/>
        </p:nvSpPr>
        <p:spPr>
          <a:xfrm>
            <a:off x="6469828" y="1006078"/>
            <a:ext cx="5380951" cy="305786"/>
          </a:xfrm>
          <a:prstGeom prst="trapezoid">
            <a:avLst>
              <a:gd name="adj" fmla="val 172380"/>
            </a:avLst>
          </a:prstGeom>
          <a:gradFill>
            <a:gsLst>
              <a:gs pos="100000">
                <a:srgbClr val="A3A3A3">
                  <a:alpha val="20000"/>
                </a:srgbClr>
              </a:gs>
              <a:gs pos="0">
                <a:srgbClr val="F2F2F2">
                  <a:alpha val="0"/>
                </a:srgbClr>
              </a:gs>
            </a:gsLst>
            <a:lin ang="5400000" scaled="0"/>
          </a:gradFill>
          <a:ln w="3175">
            <a:gradFill>
              <a:gsLst>
                <a:gs pos="100000">
                  <a:srgbClr val="666666">
                    <a:lumMod val="60000"/>
                    <a:lumOff val="40000"/>
                    <a:alpha val="30000"/>
                  </a:srgbClr>
                </a:gs>
                <a:gs pos="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0"/>
            </a:gradFill>
          </a:ln>
        </p:spPr>
        <p:txBody>
          <a:bodyPr vert="horz" wrap="square" lIns="91404" tIns="45702" rIns="91404" bIns="45702" numCol="1" anchor="ctr" anchorCtr="0" compatLnSpc="1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7000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子标题</a:t>
            </a:r>
          </a:p>
        </p:txBody>
      </p:sp>
      <p:cxnSp>
        <p:nvCxnSpPr>
          <p:cNvPr id="20" name="直接连接符 19"/>
          <p:cNvCxnSpPr/>
          <p:nvPr userDrawn="1"/>
        </p:nvCxnSpPr>
        <p:spPr>
          <a:xfrm>
            <a:off x="8360666" y="1311864"/>
            <a:ext cx="1599273" cy="0"/>
          </a:xfrm>
          <a:prstGeom prst="line">
            <a:avLst/>
          </a:prstGeom>
          <a:noFill/>
          <a:ln w="19050" cap="flat" cmpd="sng" algn="ctr">
            <a:solidFill>
              <a:srgbClr val="C7000B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51083975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1" name="标题 1"/>
          <p:cNvSpPr>
            <a:spLocks noGrp="1"/>
          </p:cNvSpPr>
          <p:nvPr>
            <p:ph type="title"/>
          </p:nvPr>
        </p:nvSpPr>
        <p:spPr>
          <a:xfrm>
            <a:off x="347187" y="261677"/>
            <a:ext cx="11501790" cy="56451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灯片编号占位符 2"/>
          <p:cNvSpPr txBox="1"/>
          <p:nvPr userDrawn="1"/>
        </p:nvSpPr>
        <p:spPr>
          <a:xfrm>
            <a:off x="11391654" y="6544200"/>
            <a:ext cx="457323" cy="234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3" name="Rectangle 7"/>
          <p:cNvSpPr/>
          <p:nvPr userDrawn="1"/>
        </p:nvSpPr>
        <p:spPr>
          <a:xfrm>
            <a:off x="339074" y="1286830"/>
            <a:ext cx="5402430" cy="2142170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4" name="Bevel 16"/>
          <p:cNvSpPr/>
          <p:nvPr userDrawn="1"/>
        </p:nvSpPr>
        <p:spPr bwMode="auto">
          <a:xfrm>
            <a:off x="6447518" y="923278"/>
            <a:ext cx="5401458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Rectangle 7"/>
          <p:cNvSpPr/>
          <p:nvPr userDrawn="1"/>
        </p:nvSpPr>
        <p:spPr>
          <a:xfrm>
            <a:off x="6455259" y="1280168"/>
            <a:ext cx="5393717" cy="2148831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6" name="Bevel 16"/>
          <p:cNvSpPr/>
          <p:nvPr userDrawn="1"/>
        </p:nvSpPr>
        <p:spPr bwMode="auto">
          <a:xfrm>
            <a:off x="339073" y="928171"/>
            <a:ext cx="5410171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Rectangle 7"/>
          <p:cNvSpPr/>
          <p:nvPr userDrawn="1"/>
        </p:nvSpPr>
        <p:spPr>
          <a:xfrm>
            <a:off x="339075" y="4149441"/>
            <a:ext cx="5402430" cy="2142170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8" name="Bevel 16"/>
          <p:cNvSpPr/>
          <p:nvPr userDrawn="1"/>
        </p:nvSpPr>
        <p:spPr bwMode="auto">
          <a:xfrm>
            <a:off x="6447519" y="3785889"/>
            <a:ext cx="5401458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Rectangle 7"/>
          <p:cNvSpPr/>
          <p:nvPr userDrawn="1"/>
        </p:nvSpPr>
        <p:spPr>
          <a:xfrm>
            <a:off x="6455260" y="4142779"/>
            <a:ext cx="5393717" cy="2148831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40" name="Bevel 16"/>
          <p:cNvSpPr/>
          <p:nvPr userDrawn="1"/>
        </p:nvSpPr>
        <p:spPr bwMode="auto">
          <a:xfrm>
            <a:off x="339074" y="3790782"/>
            <a:ext cx="5410171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61910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47187" y="261677"/>
            <a:ext cx="11501790" cy="56451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2"/>
          <p:cNvSpPr txBox="1"/>
          <p:nvPr userDrawn="1"/>
        </p:nvSpPr>
        <p:spPr>
          <a:xfrm>
            <a:off x="11391654" y="6544200"/>
            <a:ext cx="457323" cy="234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7"/>
          <p:cNvSpPr/>
          <p:nvPr userDrawn="1"/>
        </p:nvSpPr>
        <p:spPr>
          <a:xfrm>
            <a:off x="339074" y="1286830"/>
            <a:ext cx="5402430" cy="2142170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7" name="Bevel 16"/>
          <p:cNvSpPr/>
          <p:nvPr userDrawn="1"/>
        </p:nvSpPr>
        <p:spPr bwMode="auto">
          <a:xfrm>
            <a:off x="6447518" y="923278"/>
            <a:ext cx="5401458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6455259" y="1280168"/>
            <a:ext cx="5393717" cy="2148831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9" name="Bevel 16"/>
          <p:cNvSpPr/>
          <p:nvPr userDrawn="1"/>
        </p:nvSpPr>
        <p:spPr bwMode="auto">
          <a:xfrm>
            <a:off x="339073" y="928171"/>
            <a:ext cx="5410171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Rectangle 7"/>
          <p:cNvSpPr/>
          <p:nvPr userDrawn="1"/>
        </p:nvSpPr>
        <p:spPr>
          <a:xfrm>
            <a:off x="339075" y="4149441"/>
            <a:ext cx="5402430" cy="2142170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1" name="Bevel 16"/>
          <p:cNvSpPr/>
          <p:nvPr userDrawn="1"/>
        </p:nvSpPr>
        <p:spPr bwMode="auto">
          <a:xfrm>
            <a:off x="6447519" y="3785889"/>
            <a:ext cx="5401458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Rectangle 7"/>
          <p:cNvSpPr/>
          <p:nvPr userDrawn="1"/>
        </p:nvSpPr>
        <p:spPr>
          <a:xfrm>
            <a:off x="6455260" y="4142779"/>
            <a:ext cx="5393717" cy="2148831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3" name="Bevel 16"/>
          <p:cNvSpPr/>
          <p:nvPr userDrawn="1"/>
        </p:nvSpPr>
        <p:spPr bwMode="auto">
          <a:xfrm>
            <a:off x="339074" y="3790782"/>
            <a:ext cx="5410171" cy="358659"/>
          </a:xfrm>
          <a:prstGeom prst="trapezoid">
            <a:avLst>
              <a:gd name="adj" fmla="val 175732"/>
            </a:avLst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35A9FF">
                  <a:alpha val="20000"/>
                </a:srgbClr>
              </a:gs>
            </a:gsLst>
            <a:lin ang="5400000" scaled="1"/>
          </a:gradFill>
          <a:ln w="6350" cap="flat" cmpd="sng" algn="ctr">
            <a:gradFill>
              <a:gsLst>
                <a:gs pos="40000">
                  <a:schemeClr val="tx2">
                    <a:lumMod val="60000"/>
                    <a:lumOff val="40000"/>
                    <a:alpha val="0"/>
                  </a:schemeClr>
                </a:gs>
                <a:gs pos="100000">
                  <a:srgbClr val="35A9FF"/>
                </a:gs>
              </a:gsLst>
              <a:lin ang="5400000" scaled="1"/>
            </a:gra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72000" numCol="1" rtlCol="0" anchor="ctr" anchorCtr="0" compatLnSpc="1">
            <a:noAutofit/>
          </a:bodyPr>
          <a:lstStyle/>
          <a:p>
            <a:pPr lvl="0" algn="ctr" defTabSz="913765"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301729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35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35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464635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9" y="1402067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34"/>
            <a:r>
              <a:rPr lang="en-US" sz="4798" dirty="0">
                <a:solidFill>
                  <a:srgbClr val="1D1D1A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81502231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8" y="1402067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4800" dirty="0">
                <a:solidFill>
                  <a:srgbClr val="1D1D1A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400439928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35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35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3534250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9" y="456133"/>
            <a:ext cx="10740639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4"/>
              </a:lnSpc>
              <a:spcBef>
                <a:spcPts val="0"/>
              </a:spcBef>
              <a:buNone/>
              <a:defRPr sz="3194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2832" indent="0" algn="ctr">
              <a:buNone/>
              <a:defRPr sz="2594"/>
            </a:lvl2pPr>
            <a:lvl3pPr marL="1185661" indent="0" algn="ctr">
              <a:buNone/>
              <a:defRPr sz="2334"/>
            </a:lvl3pPr>
            <a:lvl4pPr marL="1778494" indent="0" algn="ctr">
              <a:buNone/>
              <a:defRPr sz="2075"/>
            </a:lvl4pPr>
            <a:lvl5pPr marL="2371324" indent="0" algn="ctr">
              <a:buNone/>
              <a:defRPr sz="2075"/>
            </a:lvl5pPr>
            <a:lvl6pPr marL="2964156" indent="0" algn="ctr">
              <a:buNone/>
              <a:defRPr sz="2075"/>
            </a:lvl6pPr>
            <a:lvl7pPr marL="3556985" indent="0" algn="ctr">
              <a:buNone/>
              <a:defRPr sz="2075"/>
            </a:lvl7pPr>
            <a:lvl8pPr marL="4149819" indent="0" algn="ctr">
              <a:buNone/>
              <a:defRPr sz="2075"/>
            </a:lvl8pPr>
            <a:lvl9pPr marL="4742649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0" y="1501993"/>
            <a:ext cx="10733556" cy="4690459"/>
          </a:xfrm>
          <a:prstGeom prst="rect">
            <a:avLst/>
          </a:prstGeom>
        </p:spPr>
        <p:txBody>
          <a:bodyPr lIns="0" tIns="0" rIns="0" bIns="0"/>
          <a:lstStyle>
            <a:lvl1pPr marL="12350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245" algn="ctr"/>
              </a:tabLst>
              <a:defRPr sz="1795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4904" indent="-170852">
              <a:buFont typeface="Arial" panose="020B0604020202020204" pitchFamily="34" charset="0"/>
              <a:buChar char="•"/>
              <a:tabLst>
                <a:tab pos="1206245" algn="ctr"/>
              </a:tabLst>
              <a:defRPr sz="1297" baseline="0"/>
            </a:lvl2pPr>
            <a:lvl3pPr marL="524904" indent="-170852">
              <a:buFont typeface="Arial" panose="020B0604020202020204" pitchFamily="34" charset="0"/>
              <a:buChar char="•"/>
              <a:tabLst>
                <a:tab pos="1206245" algn="ctr"/>
              </a:tabLst>
              <a:defRPr sz="1297" baseline="0"/>
            </a:lvl3pPr>
            <a:lvl4pPr marL="524904" indent="-170852">
              <a:buFont typeface="Arial" panose="020B0604020202020204" pitchFamily="34" charset="0"/>
              <a:buChar char="•"/>
              <a:tabLst>
                <a:tab pos="1206245" algn="ctr"/>
              </a:tabLst>
              <a:defRPr sz="1297" baseline="0"/>
            </a:lvl4pPr>
            <a:lvl5pPr marL="524904" indent="-170852">
              <a:buFont typeface="Arial" panose="020B0604020202020204" pitchFamily="34" charset="0"/>
              <a:buChar char="•"/>
              <a:tabLst>
                <a:tab pos="1206245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238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3" y="365127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271377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3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7" indent="0" algn="ctr">
              <a:buNone/>
              <a:defRPr sz="2078"/>
            </a:lvl4pPr>
            <a:lvl5pPr marL="2374647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7"/>
            <a:ext cx="10733558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5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39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9" baseline="0"/>
            </a:lvl4pPr>
            <a:lvl5pPr marL="525639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5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5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05936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17657" y="165101"/>
            <a:ext cx="11161454" cy="88818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822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97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zh-CN" dirty="0"/>
              <a:t>Headline in Arial Regular 36 point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17657" y="1269264"/>
            <a:ext cx="11161454" cy="503159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21822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398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3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4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5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28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Copy text in Arial Regular 20 - 32 point </a:t>
            </a:r>
          </a:p>
        </p:txBody>
      </p:sp>
    </p:spTree>
    <p:extLst>
      <p:ext uri="{BB962C8B-B14F-4D97-AF65-F5344CB8AC3E}">
        <p14:creationId xmlns:p14="http://schemas.microsoft.com/office/powerpoint/2010/main" val="1491221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tif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tiff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tif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1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7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.tiff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.tiff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7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.tiff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theme" Target="../theme/theme11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9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8.tiff"/><Relationship Id="rId5" Type="http://schemas.openxmlformats.org/officeDocument/2006/relationships/theme" Target="../theme/theme12.xml"/><Relationship Id="rId4" Type="http://schemas.openxmlformats.org/officeDocument/2006/relationships/slideLayout" Target="../slideLayouts/slideLayout53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5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theme" Target="../theme/theme15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19" Type="http://schemas.openxmlformats.org/officeDocument/2006/relationships/image" Target="../media/image18.tiff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72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5" Type="http://schemas.openxmlformats.org/officeDocument/2006/relationships/image" Target="../media/image8.tiff"/><Relationship Id="rId4" Type="http://schemas.openxmlformats.org/officeDocument/2006/relationships/theme" Target="../theme/theme17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1.tiff"/><Relationship Id="rId5" Type="http://schemas.openxmlformats.org/officeDocument/2006/relationships/theme" Target="../theme/theme18.xml"/><Relationship Id="rId4" Type="http://schemas.openxmlformats.org/officeDocument/2006/relationships/slideLayout" Target="../slideLayouts/slideLayout79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80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theme" Target="../theme/theme20.xml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8.tiff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5" Type="http://schemas.openxmlformats.org/officeDocument/2006/relationships/theme" Target="../theme/theme21.xml"/><Relationship Id="rId4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0307247" y="6527792"/>
            <a:ext cx="1084407" cy="234685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391654" y="6544200"/>
            <a:ext cx="457323" cy="234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347187" y="261677"/>
            <a:ext cx="11501790" cy="5645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347187" y="1270702"/>
            <a:ext cx="11501790" cy="5041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  <a:endParaRPr lang="en-US" altLang="zh-CN" dirty="0"/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lang="zh-CN" altLang="en-US" sz="2400" b="1" kern="1200" baseline="0" dirty="0">
          <a:solidFill>
            <a:srgbClr val="C00000"/>
          </a:solidFill>
          <a:latin typeface="微软雅黑" panose="020B0503020204020204" pitchFamily="34" charset="-122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rgbClr val="1D1D1B"/>
          </a:solidFill>
          <a:latin typeface="+mj-ea"/>
          <a:ea typeface="+mj-ea"/>
          <a:cs typeface="Arial" panose="020B0604020202020204" pitchFamily="34" charset="0"/>
        </a:defRPr>
      </a:lvl1pPr>
      <a:lvl2pPr marL="625475" indent="-266700" algn="l" defTabSz="914400" rtl="0" eaLnBrk="1" latinLnBrk="0" hangingPunct="1">
        <a:lnSpc>
          <a:spcPct val="90000"/>
        </a:lnSpc>
        <a:spcBef>
          <a:spcPts val="500"/>
        </a:spcBef>
        <a:buFontTx/>
        <a:buChar char="-"/>
        <a:defRPr sz="1600" kern="1200">
          <a:solidFill>
            <a:schemeClr val="tx1"/>
          </a:solidFill>
          <a:latin typeface="+mj-ea"/>
          <a:ea typeface="+mj-ea"/>
          <a:cs typeface="Arial" panose="020B0604020202020204" pitchFamily="34" charset="0"/>
        </a:defRPr>
      </a:lvl2pPr>
      <a:lvl3pPr marL="897255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ea"/>
          <a:ea typeface="+mj-ea"/>
          <a:cs typeface="Arial" panose="020B0604020202020204" pitchFamily="34" charset="0"/>
        </a:defRPr>
      </a:lvl3pPr>
      <a:lvl4pPr marL="1256030" indent="-27178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ea"/>
          <a:ea typeface="+mj-ea"/>
          <a:cs typeface="Arial" panose="020B0604020202020204" pitchFamily="34" charset="0"/>
        </a:defRPr>
      </a:lvl4pPr>
      <a:lvl5pPr marL="20002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203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4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F4A80-4E70-457D-ADA6-72EDCF693E8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40188" y="6356350"/>
            <a:ext cx="41163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3775" y="6356350"/>
            <a:ext cx="2744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7843C-F570-469A-B467-C73FD0E688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9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896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393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6" r:id="rId4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8963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444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26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353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95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13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13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13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19484"/>
            <a:ext cx="1270800" cy="27895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3" r:id="rId6"/>
  </p:sldLayoutIdLst>
  <p:hf hdr="0" ftr="0" dt="0"/>
  <p:txStyles>
    <p:titleStyle>
      <a:lvl1pPr algn="l" defTabSz="1186180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180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89635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2725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645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6954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263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572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4881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190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09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18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7927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299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608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5917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226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535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0307247" y="6527792"/>
            <a:ext cx="1084407" cy="234685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391654" y="6544200"/>
            <a:ext cx="457323" cy="234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347187" y="261677"/>
            <a:ext cx="11501790" cy="5645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347187" y="1270702"/>
            <a:ext cx="11501790" cy="5041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  <a:endParaRPr lang="en-US" altLang="zh-CN" dirty="0"/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lang="zh-CN" altLang="en-US" sz="2400" b="1" kern="1200" baseline="0" dirty="0">
          <a:solidFill>
            <a:srgbClr val="C00000"/>
          </a:solidFill>
          <a:latin typeface="微软雅黑" panose="020B0503020204020204" pitchFamily="34" charset="-122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rgbClr val="1D1D1B"/>
          </a:solidFill>
          <a:latin typeface="+mj-ea"/>
          <a:ea typeface="+mj-ea"/>
          <a:cs typeface="Arial" panose="020B0604020202020204" pitchFamily="34" charset="0"/>
        </a:defRPr>
      </a:lvl1pPr>
      <a:lvl2pPr marL="625475" indent="-266700" algn="l" defTabSz="914400" rtl="0" eaLnBrk="1" latinLnBrk="0" hangingPunct="1">
        <a:lnSpc>
          <a:spcPct val="90000"/>
        </a:lnSpc>
        <a:spcBef>
          <a:spcPts val="500"/>
        </a:spcBef>
        <a:buFontTx/>
        <a:buChar char="-"/>
        <a:defRPr sz="1600" kern="1200">
          <a:solidFill>
            <a:schemeClr val="tx1"/>
          </a:solidFill>
          <a:latin typeface="+mj-ea"/>
          <a:ea typeface="+mj-ea"/>
          <a:cs typeface="Arial" panose="020B0604020202020204" pitchFamily="34" charset="0"/>
        </a:defRPr>
      </a:lvl2pPr>
      <a:lvl3pPr marL="897255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ea"/>
          <a:ea typeface="+mj-ea"/>
          <a:cs typeface="Arial" panose="020B0604020202020204" pitchFamily="34" charset="0"/>
        </a:defRPr>
      </a:lvl3pPr>
      <a:lvl4pPr marL="1256030" indent="-27178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ea"/>
          <a:ea typeface="+mj-ea"/>
          <a:cs typeface="Arial" panose="020B0604020202020204" pitchFamily="34" charset="0"/>
        </a:defRPr>
      </a:lvl4pPr>
      <a:lvl5pPr marL="20002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59719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69838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93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8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5890" y="6357900"/>
            <a:ext cx="1022492" cy="22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17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26">
          <p15:clr>
            <a:srgbClr val="F26B43"/>
          </p15:clr>
        </p15:guide>
        <p15:guide id="2" pos="7357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5A4A7D18-36B5-4EDE-BC8E-013BB8D1E5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14420" y="6271070"/>
            <a:ext cx="1152200" cy="252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358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91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34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11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96" tIns="45648" rIns="91296" bIns="456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/>
            <a:endParaRPr lang="en-US" sz="1796" dirty="0">
              <a:solidFill>
                <a:srgbClr val="66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01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1" r:id="rId14"/>
    <p:sldLayoutId id="2147483792" r:id="rId15"/>
    <p:sldLayoutId id="2147483793" r:id="rId16"/>
    <p:sldLayoutId id="2147483794" r:id="rId17"/>
    <p:sldLayoutId id="2147483795" r:id="rId18"/>
    <p:sldLayoutId id="2147483796" r:id="rId19"/>
    <p:sldLayoutId id="2147483797" r:id="rId20"/>
  </p:sldLayoutIdLst>
  <p:hf hdr="0" ftr="0" dt="0"/>
  <p:txStyles>
    <p:titleStyle>
      <a:lvl1pPr algn="l" defTabSz="912938" rtl="0" eaLnBrk="1" latinLnBrk="0" hangingPunct="1">
        <a:lnSpc>
          <a:spcPts val="3436"/>
        </a:lnSpc>
        <a:spcBef>
          <a:spcPct val="0"/>
        </a:spcBef>
        <a:buNone/>
        <a:defRPr sz="3196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2938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6468" indent="0" algn="l" defTabSz="912938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2938" indent="0" algn="l" defTabSz="912938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69407" indent="0" algn="l" defTabSz="912938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5875" indent="0" algn="l" defTabSz="912938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0579" indent="-228236" algn="l" defTabSz="9129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6" kern="1200">
          <a:solidFill>
            <a:schemeClr val="tx1"/>
          </a:solidFill>
          <a:latin typeface="+mn-lt"/>
          <a:ea typeface="+mn-ea"/>
          <a:cs typeface="+mn-cs"/>
        </a:defRPr>
      </a:lvl6pPr>
      <a:lvl7pPr marL="2967048" indent="-228236" algn="l" defTabSz="9129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6" kern="1200">
          <a:solidFill>
            <a:schemeClr val="tx1"/>
          </a:solidFill>
          <a:latin typeface="+mn-lt"/>
          <a:ea typeface="+mn-ea"/>
          <a:cs typeface="+mn-cs"/>
        </a:defRPr>
      </a:lvl7pPr>
      <a:lvl8pPr marL="3423516" indent="-228236" algn="l" defTabSz="9129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6" kern="1200">
          <a:solidFill>
            <a:schemeClr val="tx1"/>
          </a:solidFill>
          <a:latin typeface="+mn-lt"/>
          <a:ea typeface="+mn-ea"/>
          <a:cs typeface="+mn-cs"/>
        </a:defRPr>
      </a:lvl8pPr>
      <a:lvl9pPr marL="3879986" indent="-228236" algn="l" defTabSz="9129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93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1pPr>
      <a:lvl2pPr marL="456468" algn="l" defTabSz="91293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2pPr>
      <a:lvl3pPr marL="912938" algn="l" defTabSz="91293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3pPr>
      <a:lvl4pPr marL="1369407" algn="l" defTabSz="91293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4pPr>
      <a:lvl5pPr marL="1825875" algn="l" defTabSz="91293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5pPr>
      <a:lvl6pPr marL="2282345" algn="l" defTabSz="91293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6pPr>
      <a:lvl7pPr marL="2738814" algn="l" defTabSz="91293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7pPr>
      <a:lvl8pPr marL="3195282" algn="l" defTabSz="91293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8pPr>
      <a:lvl9pPr marL="3651752" algn="l" defTabSz="91293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70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381"/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4" y="6402812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781">
              <a:defRPr/>
            </a:pPr>
            <a:fld id="{C3837181-38C6-AD4F-B8BA-B444770388BB}" type="slidenum">
              <a:rPr lang="en-US" sz="90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89781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95"/>
            <a:ext cx="1963323" cy="4233515"/>
            <a:chOff x="5343885" y="-48857"/>
            <a:chExt cx="326358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928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6" r:id="rId3"/>
    <p:sldLayoutId id="2147483817" r:id="rId4"/>
  </p:sldLayoutIdLst>
  <p:hf hdr="0" ftr="0" dt="0"/>
  <p:txStyles>
    <p:titleStyle>
      <a:lvl1pPr algn="l" defTabSz="1186373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93" indent="-296593" algn="l" defTabSz="1186373" rtl="0" eaLnBrk="1" latinLnBrk="0" hangingPunct="1">
        <a:lnSpc>
          <a:spcPct val="90000"/>
        </a:lnSpc>
        <a:spcBef>
          <a:spcPts val="1296"/>
        </a:spcBef>
        <a:buFont typeface="Arial" panose="020B0604020202020204" pitchFamily="34" charset="0"/>
        <a:buChar char="•"/>
        <a:defRPr sz="3633" kern="1200">
          <a:solidFill>
            <a:schemeClr val="tx1"/>
          </a:solidFill>
          <a:latin typeface="+mn-lt"/>
          <a:ea typeface="+mn-ea"/>
          <a:cs typeface="+mn-cs"/>
        </a:defRPr>
      </a:lvl1pPr>
      <a:lvl2pPr marL="889781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2967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6155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69341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2528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5715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48902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2089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188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373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79562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2749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5935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59122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2310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5496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8"/>
            <a:ext cx="49972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2" y="2625390"/>
            <a:ext cx="1963323" cy="4233515"/>
            <a:chOff x="5343885" y="-48855"/>
            <a:chExt cx="3263586" cy="7037277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500"/>
              <a:ext cx="105264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089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5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089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089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7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9957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293" rtl="0" eaLnBrk="1" latinLnBrk="0" hangingPunct="1">
        <a:lnSpc>
          <a:spcPct val="90000"/>
        </a:lnSpc>
        <a:spcBef>
          <a:spcPct val="0"/>
        </a:spcBef>
        <a:buNone/>
        <a:defRPr sz="57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23" indent="-296823" algn="l" defTabSz="1187293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70" indent="-296823" algn="l" defTabSz="1187293" rtl="0" eaLnBrk="1" latinLnBrk="0" hangingPunct="1">
        <a:lnSpc>
          <a:spcPct val="90000"/>
        </a:lnSpc>
        <a:spcBef>
          <a:spcPts val="649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18" indent="-296823" algn="l" defTabSz="1187293" rtl="0" eaLnBrk="1" latinLnBrk="0" hangingPunct="1">
        <a:lnSpc>
          <a:spcPct val="90000"/>
        </a:lnSpc>
        <a:spcBef>
          <a:spcPts val="649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764" indent="-296823" algn="l" defTabSz="1187293" rtl="0" eaLnBrk="1" latinLnBrk="0" hangingPunct="1">
        <a:lnSpc>
          <a:spcPct val="90000"/>
        </a:lnSpc>
        <a:spcBef>
          <a:spcPts val="649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11" indent="-296823" algn="l" defTabSz="1187293" rtl="0" eaLnBrk="1" latinLnBrk="0" hangingPunct="1">
        <a:lnSpc>
          <a:spcPct val="90000"/>
        </a:lnSpc>
        <a:spcBef>
          <a:spcPts val="649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058" indent="-296823" algn="l" defTabSz="1187293" rtl="0" eaLnBrk="1" latinLnBrk="0" hangingPunct="1">
        <a:lnSpc>
          <a:spcPct val="90000"/>
        </a:lnSpc>
        <a:spcBef>
          <a:spcPts val="649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705" indent="-296823" algn="l" defTabSz="1187293" rtl="0" eaLnBrk="1" latinLnBrk="0" hangingPunct="1">
        <a:lnSpc>
          <a:spcPct val="90000"/>
        </a:lnSpc>
        <a:spcBef>
          <a:spcPts val="649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351" indent="-296823" algn="l" defTabSz="1187293" rtl="0" eaLnBrk="1" latinLnBrk="0" hangingPunct="1">
        <a:lnSpc>
          <a:spcPct val="90000"/>
        </a:lnSpc>
        <a:spcBef>
          <a:spcPts val="649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5999" indent="-296823" algn="l" defTabSz="1187293" rtl="0" eaLnBrk="1" latinLnBrk="0" hangingPunct="1">
        <a:lnSpc>
          <a:spcPct val="90000"/>
        </a:lnSpc>
        <a:spcBef>
          <a:spcPts val="649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48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293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42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589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235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882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531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176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203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4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F4A80-4E70-457D-ADA6-72EDCF693E8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40188" y="6356350"/>
            <a:ext cx="41163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3775" y="6356350"/>
            <a:ext cx="2744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7843C-F570-469A-B467-C73FD0E688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0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6">
            <a:extLst>
              <a:ext uri="{FF2B5EF4-FFF2-40B4-BE49-F238E27FC236}">
                <a16:creationId xmlns:a16="http://schemas.microsoft.com/office/drawing/2014/main" id="{39FD43C6-5484-48FA-A81D-AA98A8DD4E40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8438" y="6331962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698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9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635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570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8963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444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26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353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91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73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10307247" y="6527792"/>
            <a:ext cx="1084407" cy="234685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391654" y="6544200"/>
            <a:ext cx="457323" cy="234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BE8AD-78CF-4DF9-BFCC-CCDB7A5D0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347187" y="261677"/>
            <a:ext cx="11501790" cy="5645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347187" y="1270702"/>
            <a:ext cx="11501790" cy="5041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  <a:endParaRPr lang="en-US" altLang="zh-CN" dirty="0"/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</p:txBody>
      </p:sp>
    </p:spTree>
    <p:extLst>
      <p:ext uri="{BB962C8B-B14F-4D97-AF65-F5344CB8AC3E}">
        <p14:creationId xmlns:p14="http://schemas.microsoft.com/office/powerpoint/2010/main" val="171111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80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lang="zh-CN" altLang="en-US" sz="2400" b="1" kern="1200" baseline="0" dirty="0">
          <a:solidFill>
            <a:srgbClr val="C00000"/>
          </a:solidFill>
          <a:latin typeface="微软雅黑" panose="020B0503020204020204" pitchFamily="34" charset="-122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rgbClr val="1D1D1B"/>
          </a:solidFill>
          <a:latin typeface="+mj-ea"/>
          <a:ea typeface="+mj-ea"/>
          <a:cs typeface="Arial" panose="020B0604020202020204" pitchFamily="34" charset="0"/>
        </a:defRPr>
      </a:lvl1pPr>
      <a:lvl2pPr marL="625475" indent="-266700" algn="l" defTabSz="914400" rtl="0" eaLnBrk="1" latinLnBrk="0" hangingPunct="1">
        <a:lnSpc>
          <a:spcPct val="90000"/>
        </a:lnSpc>
        <a:spcBef>
          <a:spcPts val="500"/>
        </a:spcBef>
        <a:buFontTx/>
        <a:buChar char="-"/>
        <a:defRPr sz="1600" kern="1200">
          <a:solidFill>
            <a:schemeClr val="tx1"/>
          </a:solidFill>
          <a:latin typeface="+mj-ea"/>
          <a:ea typeface="+mj-ea"/>
          <a:cs typeface="Arial" panose="020B0604020202020204" pitchFamily="34" charset="0"/>
        </a:defRPr>
      </a:lvl2pPr>
      <a:lvl3pPr marL="897255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ea"/>
          <a:ea typeface="+mj-ea"/>
          <a:cs typeface="Arial" panose="020B0604020202020204" pitchFamily="34" charset="0"/>
        </a:defRPr>
      </a:lvl3pPr>
      <a:lvl4pPr marL="1256030" indent="-27178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ea"/>
          <a:ea typeface="+mj-ea"/>
          <a:cs typeface="Arial" panose="020B0604020202020204" pitchFamily="34" charset="0"/>
        </a:defRPr>
      </a:lvl4pPr>
      <a:lvl5pPr marL="20002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70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34"/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4" y="6402812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279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89279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189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</p:sldLayoutIdLst>
  <p:hf hdr="0" ftr="0" dt="0"/>
  <p:txStyles>
    <p:titleStyle>
      <a:lvl1pPr algn="l" defTabSz="1186340" rtl="0" eaLnBrk="1" latinLnBrk="0" hangingPunct="1">
        <a:lnSpc>
          <a:spcPct val="90000"/>
        </a:lnSpc>
        <a:spcBef>
          <a:spcPct val="0"/>
        </a:spcBef>
        <a:buNone/>
        <a:defRPr sz="57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426" indent="-296426" algn="l" defTabSz="1186340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89279" indent="-296426" algn="l" defTabSz="118634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4" kern="1200">
          <a:solidFill>
            <a:schemeClr val="tx1"/>
          </a:solidFill>
          <a:latin typeface="+mn-lt"/>
          <a:ea typeface="+mn-ea"/>
          <a:cs typeface="+mn-cs"/>
        </a:defRPr>
      </a:lvl2pPr>
      <a:lvl3pPr marL="1482767" indent="-296426" algn="l" defTabSz="118634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4" kern="1200">
          <a:solidFill>
            <a:schemeClr val="tx1"/>
          </a:solidFill>
          <a:latin typeface="+mn-lt"/>
          <a:ea typeface="+mn-ea"/>
          <a:cs typeface="+mn-cs"/>
        </a:defRPr>
      </a:lvl3pPr>
      <a:lvl4pPr marL="2076254" indent="-296426" algn="l" defTabSz="118634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4" kern="1200">
          <a:solidFill>
            <a:schemeClr val="tx1"/>
          </a:solidFill>
          <a:latin typeface="+mn-lt"/>
          <a:ea typeface="+mn-ea"/>
          <a:cs typeface="+mn-cs"/>
        </a:defRPr>
      </a:lvl4pPr>
      <a:lvl5pPr marL="2669107" indent="-296426" algn="l" defTabSz="118634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4" kern="1200">
          <a:solidFill>
            <a:schemeClr val="tx1"/>
          </a:solidFill>
          <a:latin typeface="+mn-lt"/>
          <a:ea typeface="+mn-ea"/>
          <a:cs typeface="+mn-cs"/>
        </a:defRPr>
      </a:lvl5pPr>
      <a:lvl6pPr marL="3262594" indent="-296426" algn="l" defTabSz="118634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4" kern="1200">
          <a:solidFill>
            <a:schemeClr val="tx1"/>
          </a:solidFill>
          <a:latin typeface="+mn-lt"/>
          <a:ea typeface="+mn-ea"/>
          <a:cs typeface="+mn-cs"/>
        </a:defRPr>
      </a:lvl6pPr>
      <a:lvl7pPr marL="3856082" indent="-296426" algn="l" defTabSz="118634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4" kern="1200">
          <a:solidFill>
            <a:schemeClr val="tx1"/>
          </a:solidFill>
          <a:latin typeface="+mn-lt"/>
          <a:ea typeface="+mn-ea"/>
          <a:cs typeface="+mn-cs"/>
        </a:defRPr>
      </a:lvl7pPr>
      <a:lvl8pPr marL="4448935" indent="-296426" algn="l" defTabSz="118634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4" kern="1200">
          <a:solidFill>
            <a:schemeClr val="tx1"/>
          </a:solidFill>
          <a:latin typeface="+mn-lt"/>
          <a:ea typeface="+mn-ea"/>
          <a:cs typeface="+mn-cs"/>
        </a:defRPr>
      </a:lvl8pPr>
      <a:lvl9pPr marL="5042422" indent="-296426" algn="l" defTabSz="118634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340" rtl="0" eaLnBrk="1" latinLnBrk="0" hangingPunct="1">
        <a:defRPr sz="2334" kern="1200">
          <a:solidFill>
            <a:schemeClr val="tx1"/>
          </a:solidFill>
          <a:latin typeface="+mn-lt"/>
          <a:ea typeface="+mn-ea"/>
          <a:cs typeface="+mn-cs"/>
        </a:defRPr>
      </a:lvl1pPr>
      <a:lvl2pPr marL="593488" algn="l" defTabSz="1186340" rtl="0" eaLnBrk="1" latinLnBrk="0" hangingPunct="1">
        <a:defRPr sz="2334" kern="1200">
          <a:solidFill>
            <a:schemeClr val="tx1"/>
          </a:solidFill>
          <a:latin typeface="+mn-lt"/>
          <a:ea typeface="+mn-ea"/>
          <a:cs typeface="+mn-cs"/>
        </a:defRPr>
      </a:lvl2pPr>
      <a:lvl3pPr marL="1186340" algn="l" defTabSz="1186340" rtl="0" eaLnBrk="1" latinLnBrk="0" hangingPunct="1">
        <a:defRPr sz="2334" kern="1200">
          <a:solidFill>
            <a:schemeClr val="tx1"/>
          </a:solidFill>
          <a:latin typeface="+mn-lt"/>
          <a:ea typeface="+mn-ea"/>
          <a:cs typeface="+mn-cs"/>
        </a:defRPr>
      </a:lvl3pPr>
      <a:lvl4pPr marL="1779828" algn="l" defTabSz="1186340" rtl="0" eaLnBrk="1" latinLnBrk="0" hangingPunct="1">
        <a:defRPr sz="2334" kern="1200">
          <a:solidFill>
            <a:schemeClr val="tx1"/>
          </a:solidFill>
          <a:latin typeface="+mn-lt"/>
          <a:ea typeface="+mn-ea"/>
          <a:cs typeface="+mn-cs"/>
        </a:defRPr>
      </a:lvl4pPr>
      <a:lvl5pPr marL="2373315" algn="l" defTabSz="1186340" rtl="0" eaLnBrk="1" latinLnBrk="0" hangingPunct="1">
        <a:defRPr sz="2334" kern="1200">
          <a:solidFill>
            <a:schemeClr val="tx1"/>
          </a:solidFill>
          <a:latin typeface="+mn-lt"/>
          <a:ea typeface="+mn-ea"/>
          <a:cs typeface="+mn-cs"/>
        </a:defRPr>
      </a:lvl5pPr>
      <a:lvl6pPr marL="2966168" algn="l" defTabSz="1186340" rtl="0" eaLnBrk="1" latinLnBrk="0" hangingPunct="1">
        <a:defRPr sz="2334" kern="1200">
          <a:solidFill>
            <a:schemeClr val="tx1"/>
          </a:solidFill>
          <a:latin typeface="+mn-lt"/>
          <a:ea typeface="+mn-ea"/>
          <a:cs typeface="+mn-cs"/>
        </a:defRPr>
      </a:lvl6pPr>
      <a:lvl7pPr marL="3559021" algn="l" defTabSz="1186340" rtl="0" eaLnBrk="1" latinLnBrk="0" hangingPunct="1">
        <a:defRPr sz="2334" kern="1200">
          <a:solidFill>
            <a:schemeClr val="tx1"/>
          </a:solidFill>
          <a:latin typeface="+mn-lt"/>
          <a:ea typeface="+mn-ea"/>
          <a:cs typeface="+mn-cs"/>
        </a:defRPr>
      </a:lvl7pPr>
      <a:lvl8pPr marL="4151874" algn="l" defTabSz="1186340" rtl="0" eaLnBrk="1" latinLnBrk="0" hangingPunct="1">
        <a:defRPr sz="2334" kern="1200">
          <a:solidFill>
            <a:schemeClr val="tx1"/>
          </a:solidFill>
          <a:latin typeface="+mn-lt"/>
          <a:ea typeface="+mn-ea"/>
          <a:cs typeface="+mn-cs"/>
        </a:defRPr>
      </a:lvl8pPr>
      <a:lvl9pPr marL="4745361" algn="l" defTabSz="1186340" rtl="0" eaLnBrk="1" latinLnBrk="0" hangingPunct="1">
        <a:defRPr sz="23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9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635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42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8963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444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26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353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84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6" r:id="rId3"/>
    <p:sldLayoutId id="2147483907" r:id="rId4"/>
  </p:sldLayoutIdLst>
  <p:hf hdr="0" ftr="0" dt="0"/>
  <p:txStyles>
    <p:titleStyle>
      <a:lvl1pPr algn="l" defTabSz="1187204" rtl="0" eaLnBrk="1" latinLnBrk="0" hangingPunct="1">
        <a:lnSpc>
          <a:spcPct val="90000"/>
        </a:lnSpc>
        <a:spcBef>
          <a:spcPct val="0"/>
        </a:spcBef>
        <a:buNone/>
        <a:defRPr sz="57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01" indent="-296801" algn="l" defTabSz="1187204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04" indent="-296801" algn="l" defTabSz="118720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006" indent="-296801" algn="l" defTabSz="118720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610" indent="-296801" algn="l" defTabSz="118720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1210" indent="-296801" algn="l" defTabSz="118720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4813" indent="-296801" algn="l" defTabSz="118720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8416" indent="-296801" algn="l" defTabSz="118720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2017" indent="-296801" algn="l" defTabSz="118720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5620" indent="-296801" algn="l" defTabSz="118720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204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603" algn="l" defTabSz="1187204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7204" algn="l" defTabSz="1187204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808" algn="l" defTabSz="1187204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4410" algn="l" defTabSz="1187204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8012" algn="l" defTabSz="1187204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1614" algn="l" defTabSz="1187204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5218" algn="l" defTabSz="1187204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8820" algn="l" defTabSz="1187204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sym typeface="Arial" panose="020B0604020202020204" pitchFamily="34" charset="0"/>
              </a:rPr>
              <a:t>Security Level:</a:t>
            </a:r>
            <a:endParaRPr lang="en-US">
              <a:sym typeface="Arial" panose="020B0604020202020204" pitchFamily="34" charset="0"/>
            </a:endParaRPr>
          </a:p>
          <a:p>
            <a:endParaRPr lang="en-US" dirty="0">
              <a:sym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C5454B-B0C6-4C02-8C99-822F1AE478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A3D3A01-BF44-4073-878A-6A5F0F44AD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A9C5AA-3333-48DC-ACE1-19072EA2E0D1}"/>
              </a:ext>
            </a:extLst>
          </p:cNvPr>
          <p:cNvSpPr>
            <a:spLocks noGrp="1"/>
          </p:cNvSpPr>
          <p:nvPr/>
        </p:nvSpPr>
        <p:spPr>
          <a:xfrm>
            <a:off x="899160" y="840105"/>
            <a:ext cx="10382250" cy="1485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NPU Sharing for</a:t>
            </a:r>
          </a:p>
          <a:p>
            <a:pPr>
              <a:defRPr sz="33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Asynchronous RL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E85658-618A-476E-BB7B-7AF49C18E58C}"/>
              </a:ext>
            </a:extLst>
          </p:cNvPr>
          <p:cNvSpPr>
            <a:spLocks noGrp="1"/>
          </p:cNvSpPr>
          <p:nvPr/>
        </p:nvSpPr>
        <p:spPr>
          <a:xfrm>
            <a:off x="979170" y="3666173"/>
            <a:ext cx="65341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Research review draft 0.3</a:t>
            </a:r>
          </a:p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3BD6C-FA71-4FA9-872F-9CDE3832EB18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The objective is earlier training progress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98D98E-F68D-407F-B4DE-0AA27E4479CD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8394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Fixed allocation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7D077E-FE68-4FAB-841F-05DE4164C8A1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83945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Dedicated inference produces answers while the training group waits for a complete batch.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111652-37C9-423D-85B9-22C5D4B50982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108394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Shared allocation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1CDB08-1AAA-41FC-9D95-6B2855DFE577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1083945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training devices run extra inference when their capacity can shorten batch readiness.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6AA253-32F3-4459-9E70-669D30C45743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108394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Critical-path objective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C038F0-F419-4B61-8CB2-C0080C243D41}"/>
              </a:ext>
            </a:extLst>
          </p:cNvPr>
          <p:cNvSpPr>
            <a:spLocks noGrp="1"/>
          </p:cNvSpPr>
          <p:nvPr/>
        </p:nvSpPr>
        <p:spPr>
          <a:xfrm>
            <a:off x="609600" y="4657725"/>
            <a:ext cx="1083945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Useful progress must exceed switching, memory movement and publication costs.</a:t>
            </a:r>
          </a:p>
        </p:txBody>
      </p:sp>
    </p:spTree>
    <p:extLst>
      <p:ext uri="{BB962C8B-B14F-4D97-AF65-F5344CB8AC3E}">
        <p14:creationId xmlns:p14="http://schemas.microsoft.com/office/powerpoint/2010/main" val="4150303725"/>
      </p:ext>
    </p:extLst>
  </p:cSld>
  <p:clrMapOvr>
    <a:masterClrMapping/>
  </p:clrMapOvr>
  <p:transition advClick="0" advTm="8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F222F-5563-4F53-8AEB-FC9B10CD8EBC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Three core mechanisms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6E2291-19A6-4DC4-B2B0-F8B992120357}"/>
              </a:ext>
            </a:extLst>
          </p:cNvPr>
          <p:cNvGraphicFramePr/>
          <p:nvPr/>
        </p:nvGraphicFramePr>
        <p:xfrm>
          <a:off x="609600" y="1581150"/>
          <a:ext cx="10972800" cy="3476625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915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Recent extension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M1  Resource and memory sharing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Borrow capacity with training priority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Resident training cache budget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M2  Readiness scheduling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Admit, drain and migrate requests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R025 concurrency, R027 return decision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M3  Weight publication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Resume each ready replica independently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Skip unnecessary shared publication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F3742E7A-7CB2-479F-BBCE-7BA1DD1F4D3F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R001–R028 are traceable records, not 28 independent contributions.</a:t>
            </a:r>
          </a:p>
        </p:txBody>
      </p:sp>
    </p:spTree>
    <p:extLst>
      <p:ext uri="{BB962C8B-B14F-4D97-AF65-F5344CB8AC3E}">
        <p14:creationId xmlns:p14="http://schemas.microsoft.com/office/powerpoint/2010/main" val="431470860"/>
      </p:ext>
    </p:extLst>
  </p:cSld>
  <p:clrMapOvr>
    <a:masterClrMapping/>
  </p:clrMapOvr>
  <p:transition advClick="0" advTm="8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E7B512-66C1-4FB0-B4D6-7822D7071596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M1: borrow training capacity safely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830B81-2A54-45AC-8BA3-12A5CFA946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0" t="24500" r="2500" b="30000"/>
          <a:stretch/>
        </p:blipFill>
        <p:spPr>
          <a:xfrm>
            <a:off x="533400" y="1685925"/>
            <a:ext cx="11125200" cy="3333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4F6D0C6-0D1B-4D12-B186-A3E63FBAF308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Mechanism schematic. Geometry does not represent measured time or memory.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E6D68D-259A-49AD-BDF0-F83BEC6FD120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Training keeps priority. Sharing changes device roles, not training-group membership.</a:t>
            </a:r>
          </a:p>
        </p:txBody>
      </p:sp>
    </p:spTree>
    <p:extLst>
      <p:ext uri="{BB962C8B-B14F-4D97-AF65-F5344CB8AC3E}">
        <p14:creationId xmlns:p14="http://schemas.microsoft.com/office/powerpoint/2010/main" val="239406237"/>
      </p:ext>
    </p:extLst>
  </p:cSld>
  <p:clrMapOvr>
    <a:masterClrMapping/>
  </p:clrMapOvr>
  <p:transition advClick="0" advTm="8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3D45FC-CCEF-40CE-B180-01270BC8DCEF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M1: reclaim memory only when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A6BBAC-0F8A-4911-95AA-EED9D0B993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0" t="24500" r="2500" b="25000"/>
          <a:stretch/>
        </p:blipFill>
        <p:spPr>
          <a:xfrm>
            <a:off x="533400" y="1685925"/>
            <a:ext cx="11125200" cy="3714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5F027F-EA25-4BDF-9A5E-237E985635A1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Mechanism schematic. Geometry does not represent measured time or memory.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D4DD47-961F-4F8A-AF72-D28BD6624162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Memory savings and lower loop time are separate outcomes that require separate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2079131575"/>
      </p:ext>
    </p:extLst>
  </p:cSld>
  <p:clrMapOvr>
    <a:masterClrMapping/>
  </p:clrMapOvr>
  <p:transition advClick="0" advTm="8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39EA86-8D9D-49FB-B752-149DE5297D15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M2: predict data and device readiness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842D39-0865-4BF5-8936-16205E7B405D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109728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Next training start ≈ max(data ready, device ready)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0513F0-6A43-4421-AEBB-2CFA82160CA9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108394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861AF4-83A8-4D92-9F1F-089CDA6DD085}"/>
              </a:ext>
            </a:extLst>
          </p:cNvPr>
          <p:cNvSpPr>
            <a:spLocks noGrp="1"/>
          </p:cNvSpPr>
          <p:nvPr/>
        </p:nvSpPr>
        <p:spPr>
          <a:xfrm>
            <a:off x="609600" y="3114675"/>
            <a:ext cx="1083945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Estimate completion of all required answers within each question group.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B8B1D0-13A8-482A-8361-BED770E0EF46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108394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Device readiness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E404CF-A484-4FD1-B0D3-3A731356A341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1083945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Include draining, migration, memory restoration and publication fences.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1CA47-77B9-4FAF-87A3-C723FCA7AEB3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Completed-batch windows provide causal inputs. Prediction accuracy still needs validation.</a:t>
            </a:r>
          </a:p>
        </p:txBody>
      </p:sp>
    </p:spTree>
    <p:extLst>
      <p:ext uri="{BB962C8B-B14F-4D97-AF65-F5344CB8AC3E}">
        <p14:creationId xmlns:p14="http://schemas.microsoft.com/office/powerpoint/2010/main" val="3537074384"/>
      </p:ext>
    </p:extLst>
  </p:cSld>
  <p:clrMapOvr>
    <a:masterClrMapping/>
  </p:clrMapOvr>
  <p:transition advClick="0" advTm="8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247AB1-8835-43B8-A7EA-BFF8D6DD04C7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M2: move running work with bounded KV transfer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4A07E2-EF6D-42C9-9BD5-770DEE589E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0" t="24500" r="2500" b="30000"/>
          <a:stretch/>
        </p:blipFill>
        <p:spPr>
          <a:xfrm>
            <a:off x="533400" y="1685925"/>
            <a:ext cx="11125200" cy="3333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F6CEB0-B58B-4859-943D-3A71176E7B09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Mechanism schematic. Geometry does not represent measured time or memory.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1E5A1E-4D0B-4329-8C18-1BE17C7862D7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Confirmed import_applied events establish completed KV handoffs. Attempts alone do not.</a:t>
            </a:r>
          </a:p>
        </p:txBody>
      </p:sp>
    </p:spTree>
    <p:extLst>
      <p:ext uri="{BB962C8B-B14F-4D97-AF65-F5344CB8AC3E}">
        <p14:creationId xmlns:p14="http://schemas.microsoft.com/office/powerpoint/2010/main" val="1003961782"/>
      </p:ext>
    </p:extLst>
  </p:cSld>
  <p:clrMapOvr>
    <a:masterClrMapping/>
  </p:clrMapOvr>
  <p:transition advClick="0" advTm="8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96B232-5B20-4522-973E-46F76460D740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R025: admission follows available capacity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315BE1-88B7-4C92-917D-154843B0F262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Target = ceil(C × R / F)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79FA85-981A-4009-8DFA-683703CD298B}"/>
              </a:ext>
            </a:extLst>
          </p:cNvPr>
          <p:cNvGraphicFramePr/>
          <p:nvPr/>
        </p:nvGraphicFramePr>
        <p:xfrm>
          <a:off x="609600" y="2419350"/>
          <a:ext cx="10972800" cy="1381125"/>
        </p:xfrm>
        <a:graphic>
          <a:graphicData uri="http://schemas.openxmlformats.org/drawingml/2006/table">
            <a:tbl>
              <a:tblPr/>
              <a:tblGrid>
                <a:gridCol w="421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Ready / dedicated capacity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1×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1.5×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2×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3×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4×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Question target at C = 16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64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D75F994-A7FF-41D5-A24D-DCA9DDF23858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109728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Growth is gradual and stops under router backlog.</a:t>
            </a:r>
          </a:p>
          <a:p>
            <a: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Off-policy, native sequence/token and per-rank memory limits still apply.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C1614E-3045-42CC-A4CC-9008E1D4851B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The implemented policy follows ready capacity; throughput-weighted feedback remains future work.</a:t>
            </a:r>
          </a:p>
        </p:txBody>
      </p:sp>
    </p:spTree>
    <p:extLst>
      <p:ext uri="{BB962C8B-B14F-4D97-AF65-F5344CB8AC3E}">
        <p14:creationId xmlns:p14="http://schemas.microsoft.com/office/powerpoint/2010/main" val="3761188207"/>
      </p:ext>
    </p:extLst>
  </p:cSld>
  <p:clrMapOvr>
    <a:masterClrMapping/>
  </p:clrMapOvr>
  <p:transition advClick="0" advTm="8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131322-43A1-44D1-8F2A-F6345014D00D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R027: return to inference only when useful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56318D-2AB7-47D4-9EFF-92DB6EFC32BF}"/>
              </a:ext>
            </a:extLst>
          </p:cNvPr>
          <p:cNvGraphicFramePr/>
          <p:nvPr/>
        </p:nvGraphicFramePr>
        <p:xfrm>
          <a:off x="609600" y="1524000"/>
          <a:ext cx="10972800" cy="3381375"/>
        </p:xfrm>
        <a:graphic>
          <a:graphicData uri="http://schemas.openxmlformats.org/drawingml/2006/table">
            <a:tbl>
              <a:tblPr/>
              <a:tblGrid>
                <a:gridCol w="542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Observed state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Next batch is already complete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Keep the device resident for training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Extra inference has predicted net benefit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Return to inference and record the actual cost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History is insufficient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Return normally to collect calibration data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Paused work remains after a keep decision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Evacuate every paused request to fixed inference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5DDB611-93FA-4213-B7DC-18857623739D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Skipping a return also skips shared snapshots and memory switching. Fixed weights still update.</a:t>
            </a:r>
          </a:p>
        </p:txBody>
      </p:sp>
    </p:spTree>
    <p:extLst>
      <p:ext uri="{BB962C8B-B14F-4D97-AF65-F5344CB8AC3E}">
        <p14:creationId xmlns:p14="http://schemas.microsoft.com/office/powerpoint/2010/main" val="2107793250"/>
      </p:ext>
    </p:extLst>
  </p:cSld>
  <p:clrMapOvr>
    <a:masterClrMapping/>
  </p:clrMapOvr>
  <p:transition advClick="0" advTm="8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323AF9-F74D-4463-BD84-907AC199C336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M3: publish to each replica independently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AA8FB4-4D5D-43F8-8642-9120300F8F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0" t="24500" r="2500" b="25000"/>
          <a:stretch/>
        </p:blipFill>
        <p:spPr>
          <a:xfrm>
            <a:off x="533400" y="1685925"/>
            <a:ext cx="11125200" cy="3714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6F883D-3DB8-4859-A275-59B9FFCF775C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Mechanism schematic. Geometry does not represent measured time or memory.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C1F7E8-1EF4-4ACB-B468-62DC5F2020C2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A fixed replica resumes after its own update. Shared restoration can continue in the background.</a:t>
            </a:r>
          </a:p>
        </p:txBody>
      </p:sp>
    </p:spTree>
    <p:extLst>
      <p:ext uri="{BB962C8B-B14F-4D97-AF65-F5344CB8AC3E}">
        <p14:creationId xmlns:p14="http://schemas.microsoft.com/office/powerpoint/2010/main" val="3892372714"/>
      </p:ext>
    </p:extLst>
  </p:cSld>
  <p:clrMapOvr>
    <a:masterClrMapping/>
  </p:clrMapOvr>
  <p:transition advClick="0" advTm="8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E1EB42-C0F0-449D-AD17-5F21834AAF88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Correctness defines the migration boundary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2A92CE-B079-4641-9B3F-492AAC72443E}"/>
              </a:ext>
            </a:extLst>
          </p:cNvPr>
          <p:cNvGraphicFramePr/>
          <p:nvPr/>
        </p:nvGraphicFramePr>
        <p:xfrm>
          <a:off x="609600" y="1524000"/>
          <a:ext cx="10972800" cy="3476625"/>
        </p:xfrm>
        <a:graphic>
          <a:graphicData uri="http://schemas.openxmlformats.org/drawingml/2006/table">
            <a:tbl>
              <a:tblPr/>
              <a:tblGrid>
                <a:gridCol w="523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Required behavior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Same version and compatible equal-TP layout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Transfer KV with per-rank preflight and import ACK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Different weight versions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Replay the token prefix under target weights; no KV reuse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 device remains assigned to training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Evacuate paused work even when migration is expensive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Ambiguous transfer or ownership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Stop and reconcile rather than duplicate execution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8DCDBAA-2249-410F-AF23-38AC0952D484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Matching layout does not make KV from different weight versions semantically interchangeable.</a:t>
            </a:r>
          </a:p>
        </p:txBody>
      </p:sp>
    </p:spTree>
    <p:extLst>
      <p:ext uri="{BB962C8B-B14F-4D97-AF65-F5344CB8AC3E}">
        <p14:creationId xmlns:p14="http://schemas.microsoft.com/office/powerpoint/2010/main" val="1197231047"/>
      </p:ext>
    </p:extLst>
  </p:cSld>
  <p:clrMapOvr>
    <a:masterClrMapping/>
  </p:clrMapOvr>
  <p:transition advClick="0" advTm="8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32DE0B-0D80-4E31-A13E-803FC38635F1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Evaluation separates exploration from confirmation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13CF16-F8C7-45F2-9560-FBF5AE5E8806}"/>
              </a:ext>
            </a:extLst>
          </p:cNvPr>
          <p:cNvGraphicFramePr/>
          <p:nvPr/>
        </p:nvGraphicFramePr>
        <p:xfrm>
          <a:off x="609600" y="1524000"/>
          <a:ext cx="10972800" cy="3476625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Development comparisons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Formal confirmation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Reuse vLLM with verified initial-weight reset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Start engines independently for each arm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Recreate training and optimizer state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Report initialization separately from loop time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Alternate policies and retain every repetition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Match model, questions, source and tracing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Use results to choose the next candidate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Report tokens, quality, migrations and variability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7ABCF25-1B65-4112-8599-79EF7703C442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Identical questions and settings do not guarantee identical generated answers or microbatches.</a:t>
            </a:r>
          </a:p>
        </p:txBody>
      </p:sp>
    </p:spTree>
    <p:extLst>
      <p:ext uri="{BB962C8B-B14F-4D97-AF65-F5344CB8AC3E}">
        <p14:creationId xmlns:p14="http://schemas.microsoft.com/office/powerpoint/2010/main" val="477636503"/>
      </p:ext>
    </p:extLst>
  </p:cSld>
  <p:clrMapOvr>
    <a:masterClrMapping/>
  </p:clrMapOvr>
  <p:transition advClick="0" advTm="8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72521A-E410-478B-A244-B06E05079BBF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Earlier shared-system result: 14.72% less loop time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5CB6D1-A7E5-480F-9721-33361532E97D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Historical configuration, 19 October 2026. Independent engine startup.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4ECC0C6D-D2C4-41EE-BC72-CFACFC030AFF}"/>
              </a:ext>
            </a:extLst>
          </p:cNvPr>
          <p:cNvGraphicFramePr/>
          <p:nvPr/>
        </p:nvGraphicFramePr>
        <p:xfrm>
          <a:off x="609600" y="1543050"/>
          <a:ext cx="7524750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286044D-4EF1-459D-965D-102C090F2942}"/>
              </a:ext>
            </a:extLst>
          </p:cNvPr>
          <p:cNvSpPr>
            <a:spLocks noGrp="1"/>
          </p:cNvSpPr>
          <p:nvPr/>
        </p:nvSpPr>
        <p:spPr>
          <a:xfrm>
            <a:off x="8572500" y="1790700"/>
            <a:ext cx="2952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14.72%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F4B30-46CB-4814-BC54-0418C46D92C2}"/>
              </a:ext>
            </a:extLst>
          </p:cNvPr>
          <p:cNvSpPr>
            <a:spLocks noGrp="1"/>
          </p:cNvSpPr>
          <p:nvPr/>
        </p:nvSpPr>
        <p:spPr>
          <a:xfrm>
            <a:off x="8572500" y="2743200"/>
            <a:ext cx="2952750" cy="2190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lower loop time</a:t>
            </a:r>
          </a:p>
          <a:p>
            <a:endParaRPr sz="195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576 answers per arm</a:t>
            </a:r>
          </a:p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 confirmed KV imports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97CE0F-6C45-4862-AA92-62C4B13B9372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Whole-system comparison. The marginal contribution of KV migration remains an ablation question.</a:t>
            </a:r>
          </a:p>
        </p:txBody>
      </p:sp>
    </p:spTree>
    <p:extLst>
      <p:ext uri="{BB962C8B-B14F-4D97-AF65-F5344CB8AC3E}">
        <p14:creationId xmlns:p14="http://schemas.microsoft.com/office/powerpoint/2010/main" val="1047509408"/>
      </p:ext>
    </p:extLst>
  </p:cSld>
  <p:clrMapOvr>
    <a:masterClrMapping/>
  </p:clrMapOvr>
  <p:transition advClick="0" advTm="8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407DB1-7743-4B8B-B51B-08588FC23967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R025 development result: higher useful concurrency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2216AA-5AE2-4C11-A213-0A9372774522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Development comparison, 20 October 2026. Two reused-engine trials per policy.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52585AFD-BBF8-4D34-BA4E-31454EFBB840}"/>
              </a:ext>
            </a:extLst>
          </p:cNvPr>
          <p:cNvGraphicFramePr/>
          <p:nvPr/>
        </p:nvGraphicFramePr>
        <p:xfrm>
          <a:off x="609600" y="1543050"/>
          <a:ext cx="7524750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7D7E071-1869-4F3D-8673-D1FC77C9C9F4}"/>
              </a:ext>
            </a:extLst>
          </p:cNvPr>
          <p:cNvSpPr>
            <a:spLocks noGrp="1"/>
          </p:cNvSpPr>
          <p:nvPr/>
        </p:nvSpPr>
        <p:spPr>
          <a:xfrm>
            <a:off x="8572500" y="1752600"/>
            <a:ext cx="2952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15.40%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103BBD-05D0-445A-87E0-FB4C7DECD63C}"/>
              </a:ext>
            </a:extLst>
          </p:cNvPr>
          <p:cNvSpPr>
            <a:spLocks noGrp="1"/>
          </p:cNvSpPr>
          <p:nvPr/>
        </p:nvSpPr>
        <p:spPr>
          <a:xfrm>
            <a:off x="8572500" y="2705100"/>
            <a:ext cx="2952750" cy="2428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mean time reduction</a:t>
            </a:r>
          </a:p>
          <a:p>
            <a:endParaRPr sz="195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Question overlap:</a:t>
            </a:r>
          </a:p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16 to 32</a:t>
            </a:r>
          </a:p>
          <a:p>
            <a:endParaRPr sz="195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Development evidence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A01B5D-EC12-4A74-B526-9031AFE13043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This result does not establish an advantage over a well-tuned static-32 baseline.</a:t>
            </a:r>
          </a:p>
        </p:txBody>
      </p:sp>
    </p:spTree>
    <p:extLst>
      <p:ext uri="{BB962C8B-B14F-4D97-AF65-F5344CB8AC3E}">
        <p14:creationId xmlns:p14="http://schemas.microsoft.com/office/powerpoint/2010/main" val="37126589"/>
      </p:ext>
    </p:extLst>
  </p:cSld>
  <p:clrMapOvr>
    <a:masterClrMapping/>
  </p:clrMapOvr>
  <p:transition advClick="0" advTm="8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621587-6B51-4F67-A953-253051EA2669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Graph-mode confirmation: about 9% less loop time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61BE02-C970-42E1-B103-D77592BBCE71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Qwen2.5-1.5B-Instruct, FSDP, 2 NPUs. Full inference graphs, eager training.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073C742B-13CA-4653-958A-F44C631813AF}"/>
              </a:ext>
            </a:extLst>
          </p:cNvPr>
          <p:cNvGraphicFramePr/>
          <p:nvPr/>
        </p:nvGraphicFramePr>
        <p:xfrm>
          <a:off x="609600" y="1543050"/>
          <a:ext cx="7524750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0DF4698-1338-42E0-879E-188C9EA936D4}"/>
              </a:ext>
            </a:extLst>
          </p:cNvPr>
          <p:cNvSpPr>
            <a:spLocks noGrp="1"/>
          </p:cNvSpPr>
          <p:nvPr/>
        </p:nvSpPr>
        <p:spPr>
          <a:xfrm>
            <a:off x="8572500" y="1733550"/>
            <a:ext cx="2952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8.99%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3ACFB3-3ECD-4F76-9D16-AD45DC3B4D97}"/>
              </a:ext>
            </a:extLst>
          </p:cNvPr>
          <p:cNvSpPr>
            <a:spLocks noGrp="1"/>
          </p:cNvSpPr>
          <p:nvPr/>
        </p:nvSpPr>
        <p:spPr>
          <a:xfrm>
            <a:off x="8572500" y="2647950"/>
            <a:ext cx="2952750" cy="2476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aggregate time saved</a:t>
            </a:r>
          </a:p>
          <a:p>
            <a:endParaRPr sz="195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576 answers per arm</a:t>
            </a:r>
          </a:p>
          <a:p>
            <a:endParaRPr sz="195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Shared token change:</a:t>
            </a:r>
          </a:p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+0.16% / −0.91%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9CC835-3341-4175-93A8-2D3FB7AB1684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Most skips occurred after the next batch was already ready. Forecast-only benefit remains unproven.</a:t>
            </a:r>
          </a:p>
        </p:txBody>
      </p:sp>
    </p:spTree>
    <p:extLst>
      <p:ext uri="{BB962C8B-B14F-4D97-AF65-F5344CB8AC3E}">
        <p14:creationId xmlns:p14="http://schemas.microsoft.com/office/powerpoint/2010/main" val="1924961251"/>
      </p:ext>
    </p:extLst>
  </p:cSld>
  <p:clrMapOvr>
    <a:masterClrMapping/>
  </p:clrMapOvr>
  <p:transition advClick="0" advTm="8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099597-E7E4-4491-A8BF-B301E3B3B791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Support and validation have different scopes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2EADB5-91C9-4058-8FFC-8008B127B51A}"/>
              </a:ext>
            </a:extLst>
          </p:cNvPr>
          <p:cNvGraphicFramePr/>
          <p:nvPr/>
        </p:nvGraphicFramePr>
        <p:xfrm>
          <a:off x="609600" y="1543050"/>
          <a:ext cx="10972800" cy="3476625"/>
        </p:xfrm>
        <a:graphic>
          <a:graphicData uri="http://schemas.openxmlformats.org/drawingml/2006/table">
            <a:tbl>
              <a:tblPr/>
              <a:tblGrid>
                <a:gridCol w="476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Scope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Evidence / current limit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Inference graphs with eager training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Two-NPU FSDP formal pairs completed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TP2, multiple equal-TP replicas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Eight-NPU probe confirmed all four directed edges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Megatron shared RL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Earlier TP2 loop benefit 3.69%; startup-inclusive time regressed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R027 + Megatron, current coverage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Publication path repaired; NPU rerun still pending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F05E95B-1C2C-4963-8A5C-5EF8B1997435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Full configuration coverage is ongoing. A successful transport probe is not a scaling claim.</a:t>
            </a:r>
          </a:p>
        </p:txBody>
      </p:sp>
    </p:spTree>
    <p:extLst>
      <p:ext uri="{BB962C8B-B14F-4D97-AF65-F5344CB8AC3E}">
        <p14:creationId xmlns:p14="http://schemas.microsoft.com/office/powerpoint/2010/main" val="663175513"/>
      </p:ext>
    </p:extLst>
  </p:cSld>
  <p:clrMapOvr>
    <a:masterClrMapping/>
  </p:clrMapOvr>
  <p:transition advClick="0" advTm="8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1B0445-F342-4F38-B325-4968E12144CA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Negative results shape the design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147AB5-3CA3-4E11-BBC2-62F3A07F37E7}"/>
              </a:ext>
            </a:extLst>
          </p:cNvPr>
          <p:cNvGraphicFramePr/>
          <p:nvPr/>
        </p:nvGraphicFramePr>
        <p:xfrm>
          <a:off x="609600" y="1524000"/>
          <a:ext cx="10972800" cy="3476625"/>
        </p:xfrm>
        <a:graphic>
          <a:graphicData uri="http://schemas.openxmlformats.org/drawingml/2006/table">
            <a:tbl>
              <a:tblPr/>
              <a:tblGrid>
                <a:gridCol w="561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Observation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Consequence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Sibling-answer length scaling reduced benefit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Remove the heuristic; retain its ablation record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Some migration timing gates never fired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Do not count an inactive mechanism as a benefit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Early R027 variants were slower or inconsistent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Preserve resident-cache budgets and measure the whole loop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TP2 changes with model and execution mode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Screen workloads before considering R026 migration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A358F68-9D55-4F3B-B6B3-176BE17EFC7A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Lower memory use, more occupied devices and more migrations do not guarantee a faster RL loop.</a:t>
            </a:r>
          </a:p>
        </p:txBody>
      </p:sp>
    </p:spTree>
    <p:extLst>
      <p:ext uri="{BB962C8B-B14F-4D97-AF65-F5344CB8AC3E}">
        <p14:creationId xmlns:p14="http://schemas.microsoft.com/office/powerpoint/2010/main" val="3446804159"/>
      </p:ext>
    </p:extLst>
  </p:cSld>
  <p:clrMapOvr>
    <a:masterClrMapping/>
  </p:clrMapOvr>
  <p:transition advClick="0" advTm="8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CFD331-DDC9-4084-8FF1-8F6F74847B9A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Next evidence for a paper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083C4B-FE44-42AC-BF6A-3AEED384F787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8394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Isolate the mechanisms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706A10-A6A3-416D-A2A7-55D9AC604A85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1083945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Matched M1/M2/M3 ablations, repeated seeds and a static-high-concurrency baseline.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34C5F0-8CCF-4E57-A6F5-F6B695D6BB23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108394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Validate performance together with learning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0E07BA-499F-463B-8143-42A19036F7D8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1083945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Measure reward/accuracy, output work, policy age, prediction error and initialization cost.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542193-F1CE-4122-8D3D-F2918C2D1CF7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108394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Extend only after confirmation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23CAC-F320-4E72-A81B-669DC8B62FDC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83945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Complete graph/Megatron coverage. Treat R026 cross-TP migration and R028 multi-node sharing as proposals.</a:t>
            </a:r>
          </a:p>
        </p:txBody>
      </p:sp>
    </p:spTree>
    <p:extLst>
      <p:ext uri="{BB962C8B-B14F-4D97-AF65-F5344CB8AC3E}">
        <p14:creationId xmlns:p14="http://schemas.microsoft.com/office/powerpoint/2010/main" val="2792725849"/>
      </p:ext>
    </p:extLst>
  </p:cSld>
  <p:clrMapOvr>
    <a:masterClrMapping/>
  </p:clrMapOvr>
  <p:transition advClick="0" advTm="8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60EF37-7D2D-42D7-80E2-29EB1076D143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Appendix: current benchmark defaults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F210B8-97AF-4456-A10B-B110C58A0BE6}"/>
              </a:ext>
            </a:extLst>
          </p:cNvPr>
          <p:cNvGraphicFramePr/>
          <p:nvPr/>
        </p:nvGraphicFramePr>
        <p:xfrm>
          <a:off x="609600" y="1428750"/>
          <a:ext cx="10972800" cy="381000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Parameter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Current default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Formal graph evidence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Training engine / NPUs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FSDP / 2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FSDP / 2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Questions per batch / answers per question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32 / 8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16 / 6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Question concurrency / batches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16 / 6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16 / 6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Offpolicy / inference mode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 / graph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 / graph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Shared policy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KV rebalance + capacity + R027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Same mechanisms; frozen recorded source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4548EC9-CA2F-47F8-88FA-E41BB2626F81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Defaults describe operation. Performance claims remain attached to their exact recorded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541589504"/>
      </p:ext>
    </p:extLst>
  </p:cSld>
  <p:clrMapOvr>
    <a:masterClrMapping/>
  </p:clrMapOvr>
  <p:transition advClick="0" advTm="800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B447C51-B990-42EF-AE1C-CB34ED8F6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3AB0E0-8DC9-4AB1-8B3B-40610ED3D12C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34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Appendix: evidence and implementation record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DC8E1D-D79E-44B2-8E3F-E95B68C4F47C}"/>
              </a:ext>
            </a:extLst>
          </p:cNvPr>
          <p:cNvGraphicFramePr/>
          <p:nvPr/>
        </p:nvGraphicFramePr>
        <p:xfrm>
          <a:off x="609600" y="1485900"/>
          <a:ext cx="10972800" cy="367665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7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Record in experiments/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Accepted migration configuration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2026-10-19-r001-accepted-policy.md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Dynamic concurrency development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2026-10-20-r025-capacity-admission.md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Graph-mode formal pairs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2026-10-21-r027-resident-training.md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TP2 Megatron comparison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2026-10-19-r001-tp2-megatron.md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Current coverage failure and repair</a:t>
                      </a:r>
                    </a:p>
                  </a:txBody>
                  <a:tcPr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Report revision log, 2026-10-21</a:t>
                      </a: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F410C043-28AF-4006-A6FB-E84C67185C00}"/>
              </a:ext>
            </a:extLst>
          </p:cNvPr>
          <p:cNvSpPr>
            <a:spLocks noGrp="1"/>
          </p:cNvSpPr>
          <p:nvPr/>
        </p:nvSpPr>
        <p:spPr>
          <a:xfrm>
            <a:off x="609600" y="54959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Source checkout: 28cd7d1 with uncommitted changes at review time.</a:t>
            </a:r>
          </a:p>
          <a:p>
            <a:pPr>
              <a:defRPr sz="17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Each experiment has its own frozen source and configuration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2203203775"/>
      </p:ext>
    </p:extLst>
  </p:cSld>
  <p:clrMapOvr>
    <a:masterClrMapping/>
  </p:clrMapOvr>
  <p:transition advClick="0" advTm="8000"/>
</p:sld>
</file>

<file path=ppt/theme/theme1.xml><?xml version="1.0" encoding="utf-8"?>
<a:theme xmlns:a="http://schemas.openxmlformats.org/drawingml/2006/main" name="1_正文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封面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9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rotWithShape="1">
          <a:gsLst>
            <a:gs pos="0">
              <a:srgbClr val="4F81BD">
                <a:shade val="51000"/>
                <a:satMod val="130000"/>
              </a:srgbClr>
            </a:gs>
            <a:gs pos="80000">
              <a:srgbClr val="4F81BD">
                <a:shade val="93000"/>
                <a:satMod val="130000"/>
              </a:srgbClr>
            </a:gs>
            <a:gs pos="100000">
              <a:srgbClr val="4F81BD">
                <a:shade val="94000"/>
                <a:satMod val="135000"/>
              </a:srgbClr>
            </a:gs>
          </a:gsLst>
          <a:lin ang="16200000" scaled="0"/>
        </a:gradFill>
        <a:ln w="9525" cap="flat" cmpd="sng" algn="ctr">
          <a:solidFill>
            <a:srgbClr val="4F81BD">
              <a:shade val="95000"/>
              <a:satMod val="105000"/>
            </a:srgb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a:spPr>
      <a:bodyPr rot="0" spcFirstLastPara="0" vertOverflow="overflow" horzOverflow="overflow" vert="horz" wrap="square" lIns="0" tIns="45720" rIns="0" bIns="45720" numCol="1" spcCol="0" rtlCol="0" fromWordArt="0" anchor="ctr" anchorCtr="0" forceAA="0" compatLnSpc="1">
        <a:noAutofit/>
      </a:bodyPr>
      <a:lstStyle>
        <a:defPPr algn="ctr" defTabSz="914400">
          <a:defRPr sz="1600" kern="0">
            <a:solidFill>
              <a:prstClr val="black"/>
            </a:solidFill>
            <a:latin typeface="Arial" panose="020B0604020202020204"/>
            <a:ea typeface="微软雅黑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正文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z3hokzc3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 sz="10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solidFill>
            <a:schemeClr val="tx1"/>
          </a:solidFill>
        </a:ln>
      </a:spPr>
      <a:bodyPr wrap="square" lIns="0" tIns="0" rIns="0" bIns="0" rtlCol="0">
        <a:spAutoFit/>
      </a:bodyPr>
      <a:lstStyle>
        <a:defPPr algn="ctr">
          <a:defRPr kumimoji="1" sz="800" dirty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9.xml><?xml version="1.0" encoding="utf-8"?>
<a:theme xmlns:a="http://schemas.openxmlformats.org/drawingml/2006/main" name="2_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ECD77E1A-98BB-4C1F-89DA-DDADC6329B16}" vid="{DEADBA56-042E-45E0-B42B-E38A1F80FAD1}"/>
    </a:ext>
  </a:extLst>
</a:theme>
</file>

<file path=ppt/theme/theme10.xml><?xml version="1.0" encoding="utf-8"?>
<a:theme xmlns:a="http://schemas.openxmlformats.org/drawingml/2006/main" name="10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11.xml><?xml version="1.0" encoding="utf-8"?>
<a:theme xmlns:a="http://schemas.openxmlformats.org/drawingml/2006/main" name="3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12.xml><?xml version="1.0" encoding="utf-8"?>
<a:theme xmlns:a="http://schemas.openxmlformats.org/drawingml/2006/main" name="3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7CD4B91F-273A-4322-964F-6BD7E403B39E}" vid="{7466A2A5-F21C-401E-B6D0-CA69BF331BD4}"/>
    </a:ext>
  </a:extLst>
</a:theme>
</file>

<file path=ppt/theme/theme13.xml><?xml version="1.0" encoding="utf-8"?>
<a:theme xmlns:a="http://schemas.openxmlformats.org/drawingml/2006/main" name="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npvaht4i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7CD4B91F-273A-4322-964F-6BD7E403B39E}" vid="{7466A2A5-F21C-401E-B6D0-CA69BF331BD4}"/>
    </a:ext>
  </a:extLst>
</a:theme>
</file>

<file path=ppt/theme/theme14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_标准母版2024/01">
  <a:themeElements>
    <a:clrScheme name="2024/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C7000B"/>
      </a:accent1>
      <a:accent2>
        <a:srgbClr val="F85948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16.xml><?xml version="1.0" encoding="utf-8"?>
<a:theme xmlns:a="http://schemas.openxmlformats.org/drawingml/2006/main" name="35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>
                <a:lumMod val="97000"/>
              </a:schemeClr>
            </a:gs>
            <a:gs pos="100000">
              <a:schemeClr val="tx2"/>
            </a:gs>
          </a:gsLst>
          <a:lin ang="5400000" scaled="1"/>
          <a:tileRect/>
        </a:gradFill>
        <a:ln w="9525" cap="flat" cmpd="sng" algn="ctr">
          <a:gradFill flip="none" rotWithShape="1">
            <a:gsLst>
              <a:gs pos="80000">
                <a:srgbClr val="B0B0A7"/>
              </a:gs>
              <a:gs pos="0">
                <a:schemeClr val="tx2"/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  <a:tileRect/>
          </a:gradFill>
          <a:prstDash val="solid"/>
        </a:ln>
        <a:effectLst/>
      </a:spPr>
      <a:bodyPr rtlCol="0" anchor="t">
        <a:noAutofit/>
      </a:bodyPr>
      <a:lstStyle>
        <a:defPPr algn="l" defTabSz="914034">
          <a:lnSpc>
            <a:spcPct val="150000"/>
          </a:lnSpc>
          <a:spcBef>
            <a:spcPts val="600"/>
          </a:spcBef>
          <a:defRPr sz="800" b="1" kern="0" dirty="0">
            <a:solidFill>
              <a:schemeClr val="bg1">
                <a:lumMod val="75000"/>
              </a:schemeClr>
            </a:solidFill>
            <a:latin typeface="+mn-ea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18.xml><?xml version="1.0" encoding="utf-8"?>
<a:theme xmlns:a="http://schemas.openxmlformats.org/drawingml/2006/main" name="4_正文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38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3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8_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.pptx" id="{B4542FC2-A7B2-4ED3-BB20-F6750F3E246A}" vid="{36BB4717-3B84-4375-8991-C1B436E01B94}"/>
    </a:ext>
  </a:extLst>
</a:theme>
</file>

<file path=ppt/theme/theme2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5223</TotalTime>
  <Words>3124</Words>
  <Application>Microsoft Office PowerPoint</Application>
  <PresentationFormat>Custom</PresentationFormat>
  <Paragraphs>358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21</vt:i4>
      </vt:variant>
      <vt:variant>
        <vt:lpstr>Slide Titles</vt:lpstr>
      </vt:variant>
      <vt:variant>
        <vt:i4>20</vt:i4>
      </vt:variant>
    </vt:vector>
  </HeadingPairs>
  <TitlesOfParts>
    <vt:vector size="49" baseType="lpstr">
      <vt:lpstr>等线</vt:lpstr>
      <vt:lpstr>等线 Light</vt:lpstr>
      <vt:lpstr>굴림</vt:lpstr>
      <vt:lpstr>Microsoft YaHei</vt:lpstr>
      <vt:lpstr>Microsoft YaHei</vt:lpstr>
      <vt:lpstr>黑体</vt:lpstr>
      <vt:lpstr>Arial</vt:lpstr>
      <vt:lpstr>Calibri</vt:lpstr>
      <vt:lpstr>1_正文</vt:lpstr>
      <vt:lpstr>目录</vt:lpstr>
      <vt:lpstr>封面页</vt:lpstr>
      <vt:lpstr>1_结束页</vt:lpstr>
      <vt:lpstr>9_章节页</vt:lpstr>
      <vt:lpstr>36_章节页</vt:lpstr>
      <vt:lpstr>2_正文</vt:lpstr>
      <vt:lpstr>4_章节页</vt:lpstr>
      <vt:lpstr>2_目录页</vt:lpstr>
      <vt:lpstr>10_章节页</vt:lpstr>
      <vt:lpstr>3_封面页_图片版 </vt:lpstr>
      <vt:lpstr>31_章节页</vt:lpstr>
      <vt:lpstr>2_章节页</vt:lpstr>
      <vt:lpstr>1_目录</vt:lpstr>
      <vt:lpstr>1_标准母版2024/01</vt:lpstr>
      <vt:lpstr>35_章节页</vt:lpstr>
      <vt:lpstr>15_章节页</vt:lpstr>
      <vt:lpstr>4_正文</vt:lpstr>
      <vt:lpstr>38_章节页</vt:lpstr>
      <vt:lpstr>37_章节页</vt:lpstr>
      <vt:lpstr>18_Chart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面向自适应弹性及大规模向量湖检索的高容错多模态数据引擎 技术项目Charter汇报</dc:title>
  <dc:subject>计算PL-TMT</dc:subject>
  <dc:creator>zhuguohua (C)</dc:creator>
  <cp:lastModifiedBy>Hong Chang</cp:lastModifiedBy>
  <cp:revision>776</cp:revision>
  <dcterms:created xsi:type="dcterms:W3CDTF">2026-05-07T11:13:55Z</dcterms:created>
  <dcterms:modified xsi:type="dcterms:W3CDTF">2026-10-21T22:16:39Z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(3)E+hmbZc1XIEqccKXn4/+FYfMOs7CUEy6SS/yMY/82tH24aTLPWO9bB4kD1yQFLPd6iSJTwmW
BCRAxWxU8ps9/tBCzO5OVEdBSxpvClBXbmFwdM2Kr7Cz4cpFiIWIjcMPPUU2BgCZ5aPpv1hj
aF9mnWxk3QYlXUGg7rr/kQleT85e/kMvvGb51bWrlF0yEsbpZIVBteDhYbK+5gdvMHmSju+O
KBgTPj0d4QWszIQmMp</vt:lpwstr>
  </property>
  <property fmtid="{D5CDD505-2E9C-101B-9397-08002B2CF9AE}" pid="3" name="_2015_ms_pID_7253431">
    <vt:lpwstr>bW3VC3ZUM8Qar5SbfPCsGLL+sDHvTXy/p7S49wKioAZPtMWfPqmhVI
UytCFZ5iX0+qjUt7miU4X84wv07UrgY2ufnK542DfcwugmMk3NZGAO11t5GmHPi9/cH6WODx
zdMn52OodmYSY0hPH/UHYef9l/0W4pbn6a/9lnphhNZFw0VsYTE6A9qrQJE/gizQGmAFysmx
J1UdsFXvBNEyKjCpqsZSiAThthmXfaaQYLLX</vt:lpwstr>
  </property>
  <property fmtid="{D5CDD505-2E9C-101B-9397-08002B2CF9AE}" pid="4" name="_2015_ms_pID_7253432">
    <vt:lpwstr>BQ==</vt:lpwstr>
  </property>
  <property fmtid="{D5CDD505-2E9C-101B-9397-08002B2CF9AE}" pid="5" name="ICV">
    <vt:lpwstr/>
  </property>
  <property fmtid="{D5CDD505-2E9C-101B-9397-08002B2CF9AE}" pid="6" name="KSOProductBuildVer">
    <vt:lpwstr>2052-0.0.0.0</vt:lpwstr>
  </property>
  <property fmtid="{D5CDD505-2E9C-101B-9397-08002B2CF9AE}" pid="7" name="_readonly">
    <vt:lpwstr/>
  </property>
  <property fmtid="{D5CDD505-2E9C-101B-9397-08002B2CF9AE}" pid="8" name="_change">
    <vt:lpwstr/>
  </property>
  <property fmtid="{D5CDD505-2E9C-101B-9397-08002B2CF9AE}" pid="9" name="_full-control">
    <vt:lpwstr/>
  </property>
  <property fmtid="{D5CDD505-2E9C-101B-9397-08002B2CF9AE}" pid="10" name="sflag">
    <vt:lpwstr>1792620995</vt:lpwstr>
  </property>
</Properties>
</file>